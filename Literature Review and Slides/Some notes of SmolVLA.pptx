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9" r:id="rId12"/>
    <p:sldId id="268" r:id="rId13"/>
    <p:sldId id="270" r:id="rId14"/>
    <p:sldId id="276" r:id="rId15"/>
    <p:sldId id="277" r:id="rId16"/>
    <p:sldId id="274" r:id="rId17"/>
    <p:sldId id="275" r:id="rId18"/>
    <p:sldId id="269" r:id="rId19"/>
    <p:sldId id="271" r:id="rId20"/>
    <p:sldId id="272" r:id="rId21"/>
    <p:sldId id="267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4BF3-39EF-404B-93E7-E9F2BF585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3A431-023C-46E3-B4E2-265827C67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EBC8E-E4FD-4D28-86C0-2E35A4FA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51B2B-819F-493F-B2A8-E5E0FE35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535A1-C328-4DA6-AB5A-921D2CC2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8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47F8-9E5E-4C69-92BF-575AE4DB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B3BBA-F94D-4FD1-9A1D-C3DBE2F9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17277-8068-40DF-9212-0C6925DC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C28B8-FFAF-4957-A3DF-EE07759A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208C3-E54F-41FB-84CA-883E8AB8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1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933E-B06C-4A5C-A219-014914CA6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4EF08-953E-4F87-9662-A1D8C4C6A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BB187-50B2-4666-AD5B-7922042D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51213-2064-4593-8555-626D374F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4B632-EF05-4AA4-8C7B-36698C8C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0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FEAD-D145-48B5-B49F-1FDAC692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8F280-E01D-4641-B833-46B66841C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681C6-3035-4743-8EC0-AB4B69EBE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2C14A-7C3A-47EE-8059-A22A3650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4A06D-02E9-4B6D-9117-33D23975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C29A1-4380-40FB-81B4-FEEC6699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9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5E5A-BBC1-4731-B3A1-787E8E4ED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8940D-2976-4196-B7A1-A754CC5F9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51D24-1E39-47AE-9FF2-35EEB52FD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A9FB9-7C17-4300-B869-D499FA5DC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54D6B-1539-4039-8DB4-2C9F07B84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D8B940-F5CB-4A24-9A06-9702EBE1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EFA00F-DADD-479E-ADDD-B4916434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92D40-406B-4891-BF56-E9EE972A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905A-490C-49AF-A69E-58BCFD7F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9FC72-130B-4545-85B5-4AAFC8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671C6-9431-4E44-A0F3-E4DE2C0F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1391B-8E7B-4E0F-90D8-33D436BB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5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6D99C-050D-47E1-96DA-83992BD6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7EF1A-60AF-40AA-B8D6-8EC2B650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EAE3-EE13-44DE-A4CA-8B08BD4A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0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51DC-58C5-40B5-A288-5CED5D23F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5E0A2-E449-4BAE-8079-0F91DC01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697DA-C980-4AA8-9710-189A6A16B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9443C-6DF5-437F-A09D-FE74354C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3C407-02AE-451E-A964-A6E8FB57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F8BD4-348F-4378-AA9B-3519FCFF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6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AD13-9F7A-46CC-B910-E310AC4FC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3F2AC-6C6C-47C0-974F-BCA6110CD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BD214-36D0-46DD-B78C-6E1382152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E1402-26DF-4FC6-AA49-5DCA6990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CC1FA-0BBF-4705-9514-871A063C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4D81C-D4F3-4D71-B758-C07359C6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3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A832-CD04-416A-9969-3B5E217C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1199A-0AFD-48FC-9533-CF8563B73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297F0-516B-43F4-9C4C-DD2E44DF5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C0DF1-63C5-4108-84D5-854FAFDD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2C4ED-1108-4444-BE01-A8229EE8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3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E66916-B7F8-409B-B9BE-07EAFE69C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E0401-5090-406B-9B48-FC0775741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0E7D2-EB11-4867-A843-3D5E58EA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021A6-4DD7-4645-9D99-8682BF71D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2CC43-5917-46F6-9F9D-B0D3E6A6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2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875490-F4D5-43B6-AC0F-E6D6A05E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24E36-71F8-4423-8C64-73A07293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DAAF4-3A17-4C86-9D92-0D1FF5BAA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87528-FF52-4DF6-9CB0-6718184B99B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DF3A9-4AB6-43C6-BE88-91BE1AE27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AA013-224F-4E60-A54E-3174A19BA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1C17C-3A63-49E4-AD1A-A6BDABAAD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7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3079-2EDE-46B4-9EA0-CB92291260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Some notes of </a:t>
            </a:r>
            <a:r>
              <a:rPr lang="en-US" dirty="0" err="1"/>
              <a:t>SmolVLA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217F8-D1B1-496B-93D1-FDC725020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8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Key updates: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AFE2-463E-4F4C-B8F0-E21A7B527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and compact models that can run even on </a:t>
            </a:r>
            <a:r>
              <a:rPr lang="en-US" dirty="0" err="1"/>
              <a:t>cpu</a:t>
            </a:r>
            <a:endParaRPr lang="en-US" dirty="0"/>
          </a:p>
          <a:p>
            <a:r>
              <a:rPr lang="en-US" dirty="0"/>
              <a:t>Key design choices include: </a:t>
            </a:r>
          </a:p>
          <a:p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skipping layers in the VLM</a:t>
            </a:r>
          </a:p>
          <a:p>
            <a:r>
              <a:rPr lang="en-US" dirty="0"/>
              <a:t>(ii) using a minimal number of visual tokens </a:t>
            </a:r>
          </a:p>
          <a:p>
            <a:r>
              <a:rPr lang="en-US" dirty="0"/>
              <a:t>(iii) leveraging small pretrained VLMs</a:t>
            </a:r>
          </a:p>
          <a:p>
            <a:r>
              <a:rPr lang="en-US" dirty="0"/>
              <a:t>(iv) interleaving self-attention layers with lighter cross-attention layers.</a:t>
            </a:r>
          </a:p>
          <a:p>
            <a:r>
              <a:rPr lang="en-US" dirty="0"/>
              <a:t>-&gt; reduces both training and inference costs, while retaining competitive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45961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Key updates: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4E60F-4E05-4DAA-806B-9B6775A4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88" y="1174352"/>
            <a:ext cx="9511423" cy="548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91"/>
            <a:ext cx="10515600" cy="1487898"/>
          </a:xfrm>
        </p:spPr>
        <p:txBody>
          <a:bodyPr/>
          <a:lstStyle/>
          <a:p>
            <a:r>
              <a:rPr lang="en-US" dirty="0"/>
              <a:t>2. Model Architecture: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5D391A-7E59-4067-8CCE-1BE4AA605A5D}"/>
              </a:ext>
            </a:extLst>
          </p:cNvPr>
          <p:cNvSpPr txBox="1">
            <a:spLocks/>
          </p:cNvSpPr>
          <p:nvPr/>
        </p:nvSpPr>
        <p:spPr>
          <a:xfrm>
            <a:off x="838200" y="946740"/>
            <a:ext cx="10515600" cy="1487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2.1 Overview: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338A6-D452-4758-97C1-09A1EE1B3757}"/>
              </a:ext>
            </a:extLst>
          </p:cNvPr>
          <p:cNvSpPr txBox="1"/>
          <p:nvPr/>
        </p:nvSpPr>
        <p:spPr>
          <a:xfrm>
            <a:off x="838200" y="2224480"/>
            <a:ext cx="10515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Given multiple images and a language instruction describing the task, the model outputs a chunk of actions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First pretrained with imitation learning on community-collected datasets, then evaluated across both real-world and simulated environments. 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At inference time, introduce an asynchronous execution stack that decouples action execution from perception and prediction -&gt; enabling </a:t>
            </a:r>
            <a:r>
              <a:rPr lang="en-US" sz="2800" b="1" dirty="0"/>
              <a:t>faster and more responsive control</a:t>
            </a:r>
          </a:p>
        </p:txBody>
      </p:sp>
    </p:spTree>
    <p:extLst>
      <p:ext uri="{BB962C8B-B14F-4D97-AF65-F5344CB8AC3E}">
        <p14:creationId xmlns:p14="http://schemas.microsoft.com/office/powerpoint/2010/main" val="349648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91"/>
            <a:ext cx="10515600" cy="1487898"/>
          </a:xfrm>
        </p:spPr>
        <p:txBody>
          <a:bodyPr/>
          <a:lstStyle/>
          <a:p>
            <a:r>
              <a:rPr lang="en-US" dirty="0"/>
              <a:t>2. Model Architecture: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5D391A-7E59-4067-8CCE-1BE4AA605A5D}"/>
              </a:ext>
            </a:extLst>
          </p:cNvPr>
          <p:cNvSpPr txBox="1">
            <a:spLocks/>
          </p:cNvSpPr>
          <p:nvPr/>
        </p:nvSpPr>
        <p:spPr>
          <a:xfrm>
            <a:off x="838200" y="946740"/>
            <a:ext cx="10515600" cy="1487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2.1 Overview: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338A6-D452-4758-97C1-09A1EE1B3757}"/>
              </a:ext>
            </a:extLst>
          </p:cNvPr>
          <p:cNvSpPr txBox="1"/>
          <p:nvPr/>
        </p:nvSpPr>
        <p:spPr>
          <a:xfrm>
            <a:off x="838200" y="2224480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composed of two main components: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(</a:t>
            </a:r>
            <a:r>
              <a:rPr lang="en-US" sz="2800" dirty="0" err="1"/>
              <a:t>i</a:t>
            </a:r>
            <a:r>
              <a:rPr lang="en-US" sz="2800" dirty="0"/>
              <a:t>) a pretrained VLM tasked with perception and 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(ii) an action expert, trained to act.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6017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91"/>
            <a:ext cx="10515600" cy="1487898"/>
          </a:xfrm>
        </p:spPr>
        <p:txBody>
          <a:bodyPr/>
          <a:lstStyle/>
          <a:p>
            <a:r>
              <a:rPr lang="en-US" dirty="0"/>
              <a:t>2. Model Architecture: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5D391A-7E59-4067-8CCE-1BE4AA605A5D}"/>
              </a:ext>
            </a:extLst>
          </p:cNvPr>
          <p:cNvSpPr txBox="1">
            <a:spLocks/>
          </p:cNvSpPr>
          <p:nvPr/>
        </p:nvSpPr>
        <p:spPr>
          <a:xfrm>
            <a:off x="838200" y="946740"/>
            <a:ext cx="10515600" cy="1487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2.2 VLM-backbone: SmolVLM-2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338A6-D452-4758-97C1-09A1EE1B3757}"/>
              </a:ext>
            </a:extLst>
          </p:cNvPr>
          <p:cNvSpPr txBox="1"/>
          <p:nvPr/>
        </p:nvSpPr>
        <p:spPr>
          <a:xfrm>
            <a:off x="838200" y="2224480"/>
            <a:ext cx="10515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VLM processes sensorimotor states, including images from multiple RGB cameras, and a language instruction describing the task.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VLM component processes image sequences using the </a:t>
            </a:r>
            <a:r>
              <a:rPr lang="en-US" sz="2800" b="1" dirty="0"/>
              <a:t>vision encoder, </a:t>
            </a:r>
            <a:r>
              <a:rPr lang="en-US" sz="2800" dirty="0"/>
              <a:t>which </a:t>
            </a:r>
            <a:r>
              <a:rPr lang="en-US" sz="2800" b="1" dirty="0"/>
              <a:t>reduces token count</a:t>
            </a:r>
            <a:r>
              <a:rPr lang="en-US" sz="2800" dirty="0"/>
              <a:t> through a </a:t>
            </a:r>
            <a:r>
              <a:rPr lang="en-US" sz="2800" b="1" dirty="0"/>
              <a:t>token-shuffling technique </a:t>
            </a:r>
            <a:r>
              <a:rPr lang="en-US" sz="2800" dirty="0"/>
              <a:t>for efficiency.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Sensorimotor states are projected into a </a:t>
            </a:r>
            <a:r>
              <a:rPr lang="en-US" sz="2800" b="1" dirty="0"/>
              <a:t>single token via a linear layer</a:t>
            </a:r>
            <a:r>
              <a:rPr lang="en-US" sz="2800" dirty="0"/>
              <a:t> to match the language model’s token dimension. 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visual, language, and state tokens are concatenated and passed to the language decoder. </a:t>
            </a:r>
          </a:p>
          <a:p>
            <a:pPr marL="457200" indent="-457200">
              <a:buFontTx/>
              <a:buChar char="-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0993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91"/>
            <a:ext cx="10515600" cy="1487898"/>
          </a:xfrm>
        </p:spPr>
        <p:txBody>
          <a:bodyPr/>
          <a:lstStyle/>
          <a:p>
            <a:r>
              <a:rPr lang="en-US" dirty="0"/>
              <a:t>2. Model Architecture: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5D391A-7E59-4067-8CCE-1BE4AA605A5D}"/>
              </a:ext>
            </a:extLst>
          </p:cNvPr>
          <p:cNvSpPr txBox="1">
            <a:spLocks/>
          </p:cNvSpPr>
          <p:nvPr/>
        </p:nvSpPr>
        <p:spPr>
          <a:xfrm>
            <a:off x="838200" y="946740"/>
            <a:ext cx="10515600" cy="1487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2.2 VLM-backbone: SmolVLM-2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338A6-D452-4758-97C1-09A1EE1B3757}"/>
              </a:ext>
            </a:extLst>
          </p:cNvPr>
          <p:cNvSpPr txBox="1"/>
          <p:nvPr/>
        </p:nvSpPr>
        <p:spPr>
          <a:xfrm>
            <a:off x="838200" y="2592780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State, action, and feature projectors:</a:t>
            </a:r>
          </a:p>
          <a:p>
            <a:r>
              <a:rPr lang="en-US" sz="2800" dirty="0"/>
              <a:t>+ (</a:t>
            </a:r>
            <a:r>
              <a:rPr lang="en-US" sz="2800" dirty="0" err="1"/>
              <a:t>i</a:t>
            </a:r>
            <a:r>
              <a:rPr lang="en-US" sz="2800" dirty="0"/>
              <a:t>) project the states to </a:t>
            </a:r>
            <a:r>
              <a:rPr lang="en-US" sz="2800" b="1" dirty="0"/>
              <a:t>match the VLM dimension </a:t>
            </a:r>
          </a:p>
          <a:p>
            <a:r>
              <a:rPr lang="en-US" sz="2800" dirty="0"/>
              <a:t>+ (ii) project the actions to </a:t>
            </a:r>
            <a:r>
              <a:rPr lang="en-US" sz="2800" b="1" dirty="0"/>
              <a:t>match the action expert dimensions </a:t>
            </a:r>
          </a:p>
          <a:p>
            <a:r>
              <a:rPr lang="en-US" sz="2800" dirty="0"/>
              <a:t>+ (iii) to adapt the VLM features to align with the action expert’s dimension.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6067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91"/>
            <a:ext cx="10515600" cy="1487898"/>
          </a:xfrm>
        </p:spPr>
        <p:txBody>
          <a:bodyPr/>
          <a:lstStyle/>
          <a:p>
            <a:r>
              <a:rPr lang="en-US" dirty="0"/>
              <a:t>2. Model Architecture: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5D391A-7E59-4067-8CCE-1BE4AA605A5D}"/>
              </a:ext>
            </a:extLst>
          </p:cNvPr>
          <p:cNvSpPr txBox="1">
            <a:spLocks/>
          </p:cNvSpPr>
          <p:nvPr/>
        </p:nvSpPr>
        <p:spPr>
          <a:xfrm>
            <a:off x="838200" y="946740"/>
            <a:ext cx="10515600" cy="1487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2.2 VLM-backbone: SmolVLM-2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338A6-D452-4758-97C1-09A1EE1B3757}"/>
              </a:ext>
            </a:extLst>
          </p:cNvPr>
          <p:cNvSpPr txBox="1"/>
          <p:nvPr/>
        </p:nvSpPr>
        <p:spPr>
          <a:xfrm>
            <a:off x="838200" y="2592780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Visual tokens reduction:</a:t>
            </a:r>
          </a:p>
          <a:p>
            <a:r>
              <a:rPr lang="en-US" sz="2800" dirty="0"/>
              <a:t>+ SmolVLM-2 is trained with image tiling</a:t>
            </a:r>
            <a:endParaRPr lang="en-US" sz="2800" b="1" dirty="0"/>
          </a:p>
          <a:p>
            <a:r>
              <a:rPr lang="en-US" sz="2800" dirty="0"/>
              <a:t>+ </a:t>
            </a:r>
            <a:r>
              <a:rPr lang="en-US" sz="2800" dirty="0">
                <a:solidFill>
                  <a:srgbClr val="FF0000"/>
                </a:solidFill>
              </a:rPr>
              <a:t>to obtain a faster inference time, they do not use tiling. </a:t>
            </a:r>
            <a:r>
              <a:rPr lang="en-US" sz="2800" dirty="0"/>
              <a:t>They use the </a:t>
            </a:r>
            <a:r>
              <a:rPr lang="en-US" sz="2800" b="1" dirty="0"/>
              <a:t>global image only, </a:t>
            </a:r>
            <a:r>
              <a:rPr lang="en-US" sz="2800" dirty="0"/>
              <a:t>in addition to a pixel shuffle operation, limiting the visual tokens to 64 per frame.</a:t>
            </a:r>
            <a:r>
              <a:rPr lang="en-US" sz="2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8953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91"/>
            <a:ext cx="10515600" cy="1487898"/>
          </a:xfrm>
        </p:spPr>
        <p:txBody>
          <a:bodyPr/>
          <a:lstStyle/>
          <a:p>
            <a:r>
              <a:rPr lang="en-US" dirty="0"/>
              <a:t>2. Model Architecture: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5D391A-7E59-4067-8CCE-1BE4AA605A5D}"/>
              </a:ext>
            </a:extLst>
          </p:cNvPr>
          <p:cNvSpPr txBox="1">
            <a:spLocks/>
          </p:cNvSpPr>
          <p:nvPr/>
        </p:nvSpPr>
        <p:spPr>
          <a:xfrm>
            <a:off x="838200" y="946740"/>
            <a:ext cx="10515600" cy="1487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2.3 Action expert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338A6-D452-4758-97C1-09A1EE1B3757}"/>
              </a:ext>
            </a:extLst>
          </p:cNvPr>
          <p:cNvSpPr txBox="1"/>
          <p:nvPr/>
        </p:nvSpPr>
        <p:spPr>
          <a:xfrm>
            <a:off x="838200" y="2592780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Faster inference through layer skipping:</a:t>
            </a:r>
          </a:p>
          <a:p>
            <a:r>
              <a:rPr lang="en-US" sz="2800" dirty="0"/>
              <a:t>+ rather than using the last layer features, action expert </a:t>
            </a:r>
            <a:r>
              <a:rPr lang="en-US" sz="2800" dirty="0">
                <a:solidFill>
                  <a:srgbClr val="FF0000"/>
                </a:solidFill>
              </a:rPr>
              <a:t>has access to all features up to a specified layer N.</a:t>
            </a:r>
          </a:p>
          <a:p>
            <a:r>
              <a:rPr lang="en-US" sz="2800" dirty="0"/>
              <a:t>+ N = L/2 offers a good tradeoff between speed and performance, effectively halving the LLM and action expert’s computational cost.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34321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3DF6-7AD5-4939-AB23-20DDBDB3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791"/>
            <a:ext cx="10515600" cy="1487898"/>
          </a:xfrm>
        </p:spPr>
        <p:txBody>
          <a:bodyPr/>
          <a:lstStyle/>
          <a:p>
            <a:r>
              <a:rPr lang="en-US" dirty="0"/>
              <a:t>2. Model Architecture: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5D391A-7E59-4067-8CCE-1BE4AA605A5D}"/>
              </a:ext>
            </a:extLst>
          </p:cNvPr>
          <p:cNvSpPr txBox="1">
            <a:spLocks/>
          </p:cNvSpPr>
          <p:nvPr/>
        </p:nvSpPr>
        <p:spPr>
          <a:xfrm>
            <a:off x="838200" y="946740"/>
            <a:ext cx="10515600" cy="1487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2.3 Action expert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338A6-D452-4758-97C1-09A1EE1B3757}"/>
              </a:ext>
            </a:extLst>
          </p:cNvPr>
          <p:cNvSpPr txBox="1"/>
          <p:nvPr/>
        </p:nvSpPr>
        <p:spPr>
          <a:xfrm>
            <a:off x="838200" y="2021280"/>
            <a:ext cx="10515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Flow matching action expert. </a:t>
            </a:r>
          </a:p>
          <a:p>
            <a:r>
              <a:rPr lang="en-US" sz="2800" dirty="0"/>
              <a:t>+ The action expert </a:t>
            </a:r>
            <a:r>
              <a:rPr lang="en-US" sz="2800" dirty="0" err="1"/>
              <a:t>vθ</a:t>
            </a:r>
            <a:r>
              <a:rPr lang="en-US" sz="2800" dirty="0"/>
              <a:t> is trained to predict an action chunk At = (at , . . . , </a:t>
            </a:r>
            <a:r>
              <a:rPr lang="en-US" sz="2800" dirty="0" err="1"/>
              <a:t>at+n</a:t>
            </a:r>
            <a:r>
              <a:rPr lang="en-US" sz="2800" dirty="0"/>
              <a:t>) from VLM features. </a:t>
            </a:r>
          </a:p>
          <a:p>
            <a:r>
              <a:rPr lang="en-US" sz="2800" dirty="0"/>
              <a:t>+ Relies on the transformer architecture</a:t>
            </a:r>
            <a:br>
              <a:rPr lang="en-US" sz="2800" dirty="0"/>
            </a:br>
            <a:r>
              <a:rPr lang="en-US" sz="2800" dirty="0"/>
              <a:t>+ Differently from prior VLA architectures, They interleave cross and self-attention layers, thus using a conditional Flow Matching Transformer (</a:t>
            </a:r>
            <a:r>
              <a:rPr lang="en-US" sz="2800" dirty="0" err="1"/>
              <a:t>Esser</a:t>
            </a:r>
            <a:r>
              <a:rPr lang="en-US" sz="2800" dirty="0"/>
              <a:t> et al., 2024; Liu, 2022; Lipman et al., 2022) as </a:t>
            </a:r>
            <a:r>
              <a:rPr lang="en-US" sz="2800" dirty="0" err="1"/>
              <a:t>vθ</a:t>
            </a:r>
            <a:r>
              <a:rPr lang="en-US" sz="2800" dirty="0"/>
              <a:t>. </a:t>
            </a: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83601-15CC-440D-BDAD-E296BB45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538" y="5256157"/>
            <a:ext cx="10146262" cy="111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1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7F8B08-AF7E-4E6C-857F-7E68E689A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1" y="0"/>
            <a:ext cx="9351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80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A250-56E3-4032-885D-616263B2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5825-064B-4915-AC61-654600BEA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err="1"/>
              <a:t>Latency</a:t>
            </a:r>
            <a:r>
              <a:rPr lang="vi-VN" dirty="0"/>
              <a:t> (</a:t>
            </a:r>
            <a:r>
              <a:rPr lang="vi-VN" dirty="0" err="1"/>
              <a:t>Độ</a:t>
            </a:r>
            <a:r>
              <a:rPr lang="vi-VN" dirty="0"/>
              <a:t> </a:t>
            </a:r>
            <a:r>
              <a:rPr lang="vi-VN" dirty="0" err="1"/>
              <a:t>trễ</a:t>
            </a:r>
            <a:r>
              <a:rPr lang="vi-VN" dirty="0"/>
              <a:t>)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khoảng</a:t>
            </a:r>
            <a:r>
              <a:rPr lang="vi-VN" dirty="0"/>
              <a:t> </a:t>
            </a:r>
            <a:r>
              <a:rPr lang="vi-VN" dirty="0" err="1"/>
              <a:t>thời</a:t>
            </a:r>
            <a:r>
              <a:rPr lang="vi-VN" dirty="0"/>
              <a:t> gian </a:t>
            </a:r>
            <a:r>
              <a:rPr lang="vi-VN" dirty="0" err="1"/>
              <a:t>tính</a:t>
            </a:r>
            <a:r>
              <a:rPr lang="vi-VN" dirty="0"/>
              <a:t>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lúc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nhận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đầu</a:t>
            </a:r>
            <a:r>
              <a:rPr lang="vi-VN" dirty="0"/>
              <a:t> </a:t>
            </a:r>
            <a:r>
              <a:rPr lang="vi-VN" dirty="0" err="1"/>
              <a:t>vào</a:t>
            </a:r>
            <a:r>
              <a:rPr lang="vi-VN" dirty="0"/>
              <a:t> (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ảnh</a:t>
            </a:r>
            <a:r>
              <a:rPr lang="vi-VN" dirty="0"/>
              <a:t>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camera</a:t>
            </a:r>
            <a:r>
              <a:rPr lang="vi-VN" dirty="0"/>
              <a:t>, </a:t>
            </a:r>
            <a:r>
              <a:rPr lang="vi-VN" dirty="0" err="1"/>
              <a:t>trạng</a:t>
            </a:r>
            <a:r>
              <a:rPr lang="vi-VN" dirty="0"/>
              <a:t> </a:t>
            </a:r>
            <a:r>
              <a:rPr lang="vi-VN" dirty="0" err="1"/>
              <a:t>thái</a:t>
            </a:r>
            <a:r>
              <a:rPr lang="vi-VN" dirty="0"/>
              <a:t> </a:t>
            </a:r>
            <a:r>
              <a:rPr lang="vi-VN" dirty="0" err="1"/>
              <a:t>hiện</a:t>
            </a:r>
            <a:r>
              <a:rPr lang="vi-VN" dirty="0"/>
              <a:t> </a:t>
            </a:r>
            <a:r>
              <a:rPr lang="vi-VN" dirty="0" err="1"/>
              <a:t>tại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robot</a:t>
            </a:r>
            <a:r>
              <a:rPr lang="vi-VN" dirty="0"/>
              <a:t>) cho </a:t>
            </a:r>
            <a:r>
              <a:rPr lang="vi-VN" dirty="0" err="1"/>
              <a:t>đến</a:t>
            </a:r>
            <a:r>
              <a:rPr lang="vi-VN" dirty="0"/>
              <a:t> khi </a:t>
            </a:r>
            <a:r>
              <a:rPr lang="vi-VN" dirty="0" err="1"/>
              <a:t>nó</a:t>
            </a:r>
            <a:r>
              <a:rPr lang="vi-VN" dirty="0"/>
              <a:t> </a:t>
            </a:r>
            <a:r>
              <a:rPr lang="vi-VN" dirty="0" err="1"/>
              <a:t>tính</a:t>
            </a:r>
            <a:r>
              <a:rPr lang="vi-VN" dirty="0"/>
              <a:t> </a:t>
            </a:r>
            <a:r>
              <a:rPr lang="vi-VN" dirty="0" err="1"/>
              <a:t>toán</a:t>
            </a:r>
            <a:r>
              <a:rPr lang="vi-VN" dirty="0"/>
              <a:t> xong </a:t>
            </a:r>
            <a:r>
              <a:rPr lang="vi-VN" dirty="0" err="1"/>
              <a:t>và</a:t>
            </a:r>
            <a:r>
              <a:rPr lang="vi-VN" dirty="0"/>
              <a:t> đưa ra </a:t>
            </a:r>
            <a:r>
              <a:rPr lang="vi-VN" dirty="0" err="1"/>
              <a:t>dự</a:t>
            </a:r>
            <a:r>
              <a:rPr lang="vi-VN" dirty="0"/>
              <a:t> </a:t>
            </a:r>
            <a:r>
              <a:rPr lang="vi-VN" dirty="0" err="1"/>
              <a:t>đoán</a:t>
            </a:r>
            <a:r>
              <a:rPr lang="vi-VN" dirty="0"/>
              <a:t> </a:t>
            </a:r>
            <a:r>
              <a:rPr lang="vi-VN" dirty="0" err="1"/>
              <a:t>đầu</a:t>
            </a:r>
            <a:r>
              <a:rPr lang="vi-VN" dirty="0"/>
              <a:t> ra (</a:t>
            </a:r>
            <a:r>
              <a:rPr lang="vi-VN" dirty="0" err="1"/>
              <a:t>hành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tiếp</a:t>
            </a:r>
            <a:r>
              <a:rPr lang="vi-VN" dirty="0"/>
              <a:t> theo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robot</a:t>
            </a:r>
            <a:r>
              <a:rPr lang="vi-VN" dirty="0"/>
              <a:t>).</a:t>
            </a:r>
            <a:endParaRPr lang="en-US" dirty="0"/>
          </a:p>
          <a:p>
            <a:r>
              <a:rPr lang="vi-VN" dirty="0" err="1"/>
              <a:t>Ví</a:t>
            </a:r>
            <a:r>
              <a:rPr lang="vi-VN" dirty="0"/>
              <a:t> </a:t>
            </a:r>
            <a:r>
              <a:rPr lang="vi-VN" dirty="0" err="1"/>
              <a:t>dụ</a:t>
            </a:r>
            <a:r>
              <a:rPr lang="vi-VN" dirty="0"/>
              <a:t>: </a:t>
            </a:r>
            <a:r>
              <a:rPr lang="vi-VN" dirty="0" err="1"/>
              <a:t>Nếu</a:t>
            </a:r>
            <a:r>
              <a:rPr lang="vi-VN" dirty="0"/>
              <a:t> </a:t>
            </a:r>
            <a:r>
              <a:rPr lang="vi-VN" dirty="0" err="1"/>
              <a:t>Latency</a:t>
            </a:r>
            <a:r>
              <a:rPr lang="vi-VN" dirty="0"/>
              <a:t> </a:t>
            </a:r>
            <a:r>
              <a:rPr lang="vi-VN" dirty="0" err="1"/>
              <a:t>là</a:t>
            </a:r>
            <a:r>
              <a:rPr lang="vi-VN" dirty="0"/>
              <a:t> 50 </a:t>
            </a:r>
            <a:r>
              <a:rPr lang="vi-VN" dirty="0" err="1"/>
              <a:t>ms</a:t>
            </a:r>
            <a:r>
              <a:rPr lang="vi-VN" dirty="0"/>
              <a:t>,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nghĩa</a:t>
            </a:r>
            <a:r>
              <a:rPr lang="vi-VN" dirty="0"/>
              <a:t> </a:t>
            </a:r>
            <a:r>
              <a:rPr lang="vi-VN" dirty="0" err="1"/>
              <a:t>là</a:t>
            </a:r>
            <a:r>
              <a:rPr lang="en-US" dirty="0"/>
              <a:t> </a:t>
            </a:r>
            <a:r>
              <a:rPr lang="vi-VN" dirty="0"/>
              <a:t>AI </a:t>
            </a:r>
            <a:r>
              <a:rPr lang="vi-VN" dirty="0" err="1"/>
              <a:t>cần</a:t>
            </a:r>
            <a:r>
              <a:rPr lang="vi-VN" dirty="0"/>
              <a:t> </a:t>
            </a:r>
            <a:r>
              <a:rPr lang="vi-VN" dirty="0" err="1"/>
              <a:t>mất</a:t>
            </a:r>
            <a:r>
              <a:rPr lang="vi-VN" dirty="0"/>
              <a:t> 0.05 giây </a:t>
            </a:r>
            <a:r>
              <a:rPr lang="vi-VN" dirty="0" err="1"/>
              <a:t>để</a:t>
            </a:r>
            <a:r>
              <a:rPr lang="vi-VN" dirty="0"/>
              <a:t> "suy </a:t>
            </a:r>
            <a:r>
              <a:rPr lang="vi-VN" dirty="0" err="1"/>
              <a:t>nghĩ</a:t>
            </a:r>
            <a:r>
              <a:rPr lang="vi-VN" dirty="0"/>
              <a:t>"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quyết</a:t>
            </a:r>
            <a:r>
              <a:rPr lang="vi-VN" dirty="0"/>
              <a:t> </a:t>
            </a:r>
            <a:r>
              <a:rPr lang="vi-VN" dirty="0" err="1"/>
              <a:t>định</a:t>
            </a:r>
            <a:r>
              <a:rPr lang="vi-VN" dirty="0"/>
              <a:t> xem </a:t>
            </a:r>
            <a:r>
              <a:rPr lang="vi-VN" dirty="0" err="1"/>
              <a:t>cánh</a:t>
            </a:r>
            <a:r>
              <a:rPr lang="vi-VN" dirty="0"/>
              <a:t> tay </a:t>
            </a:r>
            <a:r>
              <a:rPr lang="vi-VN" dirty="0" err="1"/>
              <a:t>robot</a:t>
            </a:r>
            <a:r>
              <a:rPr lang="vi-VN" dirty="0"/>
              <a:t> </a:t>
            </a:r>
            <a:r>
              <a:rPr lang="vi-VN" dirty="0" err="1"/>
              <a:t>cần</a:t>
            </a:r>
            <a:r>
              <a:rPr lang="vi-VN" dirty="0"/>
              <a:t> di </a:t>
            </a:r>
            <a:r>
              <a:rPr lang="vi-VN" dirty="0" err="1"/>
              <a:t>chuyển</a:t>
            </a:r>
            <a:r>
              <a:rPr lang="vi-VN" dirty="0"/>
              <a:t> như </a:t>
            </a:r>
            <a:r>
              <a:rPr lang="vi-VN" dirty="0" err="1"/>
              <a:t>thế</a:t>
            </a:r>
            <a:r>
              <a:rPr lang="vi-VN" dirty="0"/>
              <a:t> </a:t>
            </a:r>
            <a:r>
              <a:rPr lang="vi-VN" dirty="0" err="1"/>
              <a:t>nào</a:t>
            </a:r>
            <a:r>
              <a:rPr lang="vi-VN" dirty="0"/>
              <a:t> cho 1 khung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camera</a:t>
            </a:r>
            <a:r>
              <a:rPr lang="vi-VN" dirty="0"/>
              <a:t> </a:t>
            </a:r>
            <a:r>
              <a:rPr lang="vi-VN" dirty="0" err="1"/>
              <a:t>vừa</a:t>
            </a:r>
            <a:r>
              <a:rPr lang="vi-VN" dirty="0"/>
              <a:t> </a:t>
            </a:r>
            <a:r>
              <a:rPr lang="vi-VN" dirty="0" err="1"/>
              <a:t>chụp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86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64B3-2BCF-4A8E-910B-D9B61674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6512"/>
            <a:ext cx="10515600" cy="1325563"/>
          </a:xfrm>
        </p:spPr>
        <p:txBody>
          <a:bodyPr/>
          <a:lstStyle/>
          <a:p>
            <a:r>
              <a:rPr lang="en-US" dirty="0"/>
              <a:t>Full pipeline FT: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9CF434-AA74-4D87-AFD5-CBB50A8A3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042" y="355242"/>
            <a:ext cx="10245858" cy="614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5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FDEEBA-EE60-47B6-A05F-DE7012A62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4320"/>
            <a:ext cx="10515600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35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7E4441-FD04-44B1-9184-DCB129866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26" y="0"/>
            <a:ext cx="11726333" cy="703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61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BA4F-3402-4B92-AF70-BCF9695E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3337F-4810-467A-8130-478C82791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11385-0BC7-4451-A884-E781B6028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6012"/>
            <a:ext cx="12192000" cy="627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76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8B5E80-3028-4B50-9BFB-DEB19E7F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84" y="1071233"/>
            <a:ext cx="7030431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5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8DF7-4DEA-4B3B-8474-F7848A08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10051"/>
            <a:ext cx="10515600" cy="1325563"/>
          </a:xfrm>
        </p:spPr>
        <p:txBody>
          <a:bodyPr/>
          <a:lstStyle/>
          <a:p>
            <a:r>
              <a:rPr lang="en-US" dirty="0"/>
              <a:t>Only layer skipping: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C76B66-1932-4372-8F3A-6CB52D77C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100" y="1115013"/>
            <a:ext cx="4940300" cy="9579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34678-9BA4-4CF1-9314-2705AC0C4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0" y="1862229"/>
            <a:ext cx="6527800" cy="1727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7A003E-65B8-44CB-9855-54CFB4186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0" y="4699270"/>
            <a:ext cx="6668645" cy="211703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07C4AA6-4DA5-476C-93CD-362E87C57390}"/>
              </a:ext>
            </a:extLst>
          </p:cNvPr>
          <p:cNvSpPr txBox="1">
            <a:spLocks/>
          </p:cNvSpPr>
          <p:nvPr/>
        </p:nvSpPr>
        <p:spPr>
          <a:xfrm>
            <a:off x="5969000" y="582381"/>
            <a:ext cx="51688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Only token prunning: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48ECE0-790D-47F1-B003-12C108C35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26" y="2440576"/>
            <a:ext cx="5260174" cy="352349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886EE6C-3E4E-4203-A0B7-0B02597E3568}"/>
              </a:ext>
            </a:extLst>
          </p:cNvPr>
          <p:cNvSpPr txBox="1">
            <a:spLocks/>
          </p:cNvSpPr>
          <p:nvPr/>
        </p:nvSpPr>
        <p:spPr>
          <a:xfrm>
            <a:off x="5740400" y="3759857"/>
            <a:ext cx="5575300" cy="939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Only snapflow: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675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8DF7-4DEA-4B3B-8474-F7848A08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Only token </a:t>
            </a:r>
            <a:r>
              <a:rPr lang="en-US" dirty="0" err="1"/>
              <a:t>prunning</a:t>
            </a:r>
            <a:r>
              <a:rPr lang="en-US" dirty="0"/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0659E0-9A36-45FB-B4B8-1C55E049E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123" y="2557399"/>
            <a:ext cx="8668911" cy="229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70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8DF7-4DEA-4B3B-8474-F7848A08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Only </a:t>
            </a:r>
            <a:r>
              <a:rPr lang="en-US" dirty="0" err="1"/>
              <a:t>snapflow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1987D-DEC8-4C58-8C4F-5143F93FF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363" y="2489120"/>
            <a:ext cx="8201274" cy="260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76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0AA2-8389-4F17-BEA3-3FF32393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75760-0371-4AB1-B1BE-9AE178414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07700" cy="4905375"/>
          </a:xfrm>
        </p:spPr>
        <p:txBody>
          <a:bodyPr>
            <a:normAutofit fontScale="32500" lnSpcReduction="20000"/>
          </a:bodyPr>
          <a:lstStyle/>
          <a:p>
            <a:endParaRPr lang="vi-VN" dirty="0"/>
          </a:p>
          <a:p>
            <a:r>
              <a:rPr lang="vi-VN" sz="5100" dirty="0"/>
              <a:t>Trong </a:t>
            </a:r>
            <a:r>
              <a:rPr lang="vi-VN" sz="5100" dirty="0" err="1"/>
              <a:t>kỹ</a:t>
            </a:r>
            <a:r>
              <a:rPr lang="vi-VN" sz="5100" dirty="0"/>
              <a:t> </a:t>
            </a:r>
            <a:r>
              <a:rPr lang="vi-VN" sz="5100" dirty="0" err="1"/>
              <a:t>thuật</a:t>
            </a:r>
            <a:r>
              <a:rPr lang="vi-VN" sz="5100" dirty="0"/>
              <a:t> </a:t>
            </a:r>
            <a:r>
              <a:rPr lang="vi-VN" sz="5100" dirty="0" err="1"/>
              <a:t>Robot</a:t>
            </a:r>
            <a:r>
              <a:rPr lang="vi-VN" sz="5100" dirty="0"/>
              <a:t>, "j" </a:t>
            </a:r>
            <a:r>
              <a:rPr lang="vi-VN" sz="5100" dirty="0" err="1"/>
              <a:t>viết</a:t>
            </a:r>
            <a:r>
              <a:rPr lang="vi-VN" sz="5100" dirty="0"/>
              <a:t> </a:t>
            </a:r>
            <a:r>
              <a:rPr lang="vi-VN" sz="5100" dirty="0" err="1"/>
              <a:t>tắt</a:t>
            </a:r>
            <a:r>
              <a:rPr lang="vi-VN" sz="5100" dirty="0"/>
              <a:t> </a:t>
            </a:r>
            <a:r>
              <a:rPr lang="vi-VN" sz="5100" dirty="0" err="1"/>
              <a:t>của</a:t>
            </a:r>
            <a:r>
              <a:rPr lang="vi-VN" sz="5100" dirty="0"/>
              <a:t> </a:t>
            </a:r>
            <a:r>
              <a:rPr lang="vi-VN" sz="5100" dirty="0" err="1"/>
              <a:t>Joint</a:t>
            </a:r>
            <a:r>
              <a:rPr lang="vi-VN" sz="5100" dirty="0"/>
              <a:t> (</a:t>
            </a:r>
            <a:r>
              <a:rPr lang="vi-VN" sz="5100" dirty="0" err="1"/>
              <a:t>Khớp</a:t>
            </a:r>
            <a:r>
              <a:rPr lang="vi-VN" sz="5100" dirty="0"/>
              <a:t> </a:t>
            </a:r>
            <a:r>
              <a:rPr lang="vi-VN" sz="5100" dirty="0" err="1"/>
              <a:t>nối</a:t>
            </a:r>
            <a:r>
              <a:rPr lang="vi-VN" sz="5100" dirty="0"/>
              <a:t>). </a:t>
            </a:r>
            <a:r>
              <a:rPr lang="vi-VN" sz="5100" dirty="0" err="1"/>
              <a:t>Khớp</a:t>
            </a:r>
            <a:r>
              <a:rPr lang="vi-VN" sz="5100" dirty="0"/>
              <a:t> </a:t>
            </a:r>
            <a:r>
              <a:rPr lang="vi-VN" sz="5100" dirty="0" err="1"/>
              <a:t>là</a:t>
            </a:r>
            <a:r>
              <a:rPr lang="vi-VN" sz="5100" dirty="0"/>
              <a:t> </a:t>
            </a:r>
            <a:r>
              <a:rPr lang="vi-VN" sz="5100" dirty="0" err="1"/>
              <a:t>bộ</a:t>
            </a:r>
            <a:r>
              <a:rPr lang="vi-VN" sz="5100" dirty="0"/>
              <a:t> </a:t>
            </a:r>
            <a:r>
              <a:rPr lang="vi-VN" sz="5100" dirty="0" err="1"/>
              <a:t>phận</a:t>
            </a:r>
            <a:r>
              <a:rPr lang="vi-VN" sz="5100" dirty="0"/>
              <a:t> </a:t>
            </a:r>
            <a:r>
              <a:rPr lang="vi-VN" sz="5100" dirty="0" err="1"/>
              <a:t>nối</a:t>
            </a:r>
            <a:r>
              <a:rPr lang="vi-VN" sz="5100" dirty="0"/>
              <a:t> </a:t>
            </a:r>
            <a:r>
              <a:rPr lang="vi-VN" sz="5100" dirty="0" err="1"/>
              <a:t>giữa</a:t>
            </a:r>
            <a:r>
              <a:rPr lang="vi-VN" sz="5100" dirty="0"/>
              <a:t> </a:t>
            </a:r>
            <a:r>
              <a:rPr lang="vi-VN" sz="5100" dirty="0" err="1"/>
              <a:t>các</a:t>
            </a:r>
            <a:r>
              <a:rPr lang="vi-VN" sz="5100" dirty="0"/>
              <a:t> </a:t>
            </a:r>
            <a:r>
              <a:rPr lang="vi-VN" sz="5100" dirty="0" err="1"/>
              <a:t>đoạn</a:t>
            </a:r>
            <a:r>
              <a:rPr lang="vi-VN" sz="5100" dirty="0"/>
              <a:t> mô-tơ </a:t>
            </a:r>
            <a:r>
              <a:rPr lang="vi-VN" sz="5100" dirty="0" err="1"/>
              <a:t>của</a:t>
            </a:r>
            <a:r>
              <a:rPr lang="vi-VN" sz="5100" dirty="0"/>
              <a:t> </a:t>
            </a:r>
            <a:r>
              <a:rPr lang="vi-VN" sz="5100" dirty="0" err="1"/>
              <a:t>cánh</a:t>
            </a:r>
            <a:r>
              <a:rPr lang="vi-VN" sz="5100" dirty="0"/>
              <a:t> </a:t>
            </a:r>
            <a:endParaRPr lang="en-US" sz="5100" dirty="0"/>
          </a:p>
          <a:p>
            <a:pPr marL="0" indent="0">
              <a:buNone/>
            </a:pPr>
            <a:r>
              <a:rPr lang="vi-VN" sz="5100" dirty="0"/>
              <a:t>tay </a:t>
            </a:r>
            <a:r>
              <a:rPr lang="vi-VN" sz="5100" dirty="0" err="1"/>
              <a:t>robot</a:t>
            </a:r>
            <a:r>
              <a:rPr lang="vi-VN" sz="5100" dirty="0"/>
              <a:t>, cho </a:t>
            </a:r>
            <a:r>
              <a:rPr lang="vi-VN" sz="5100" dirty="0" err="1"/>
              <a:t>phép</a:t>
            </a:r>
            <a:r>
              <a:rPr lang="vi-VN" sz="5100" dirty="0"/>
              <a:t> </a:t>
            </a:r>
            <a:r>
              <a:rPr lang="vi-VN" sz="5100" dirty="0" err="1"/>
              <a:t>cánh</a:t>
            </a:r>
            <a:r>
              <a:rPr lang="vi-VN" sz="5100" dirty="0"/>
              <a:t> tay </a:t>
            </a:r>
            <a:r>
              <a:rPr lang="vi-VN" sz="5100" dirty="0" err="1"/>
              <a:t>có</a:t>
            </a:r>
            <a:r>
              <a:rPr lang="vi-VN" sz="5100" dirty="0"/>
              <a:t> </a:t>
            </a:r>
            <a:r>
              <a:rPr lang="vi-VN" sz="5100" dirty="0" err="1"/>
              <a:t>thể</a:t>
            </a:r>
            <a:r>
              <a:rPr lang="vi-VN" sz="5100" dirty="0"/>
              <a:t> xoay, </a:t>
            </a:r>
            <a:r>
              <a:rPr lang="vi-VN" sz="5100" dirty="0" err="1"/>
              <a:t>gập</a:t>
            </a:r>
            <a:r>
              <a:rPr lang="vi-VN" sz="5100" dirty="0"/>
              <a:t> </a:t>
            </a:r>
            <a:r>
              <a:rPr lang="vi-VN" sz="5100" dirty="0" err="1"/>
              <a:t>và</a:t>
            </a:r>
            <a:r>
              <a:rPr lang="vi-VN" sz="5100" dirty="0"/>
              <a:t> vươn </a:t>
            </a:r>
            <a:r>
              <a:rPr lang="vi-VN" sz="5100" dirty="0" err="1"/>
              <a:t>tới</a:t>
            </a:r>
            <a:r>
              <a:rPr lang="vi-VN" sz="5100" dirty="0"/>
              <a:t> </a:t>
            </a:r>
            <a:r>
              <a:rPr lang="vi-VN" sz="5100" dirty="0" err="1"/>
              <a:t>các</a:t>
            </a:r>
            <a:r>
              <a:rPr lang="vi-VN" sz="5100" dirty="0"/>
              <a:t> </a:t>
            </a:r>
            <a:r>
              <a:rPr lang="vi-VN" sz="5100" dirty="0" err="1"/>
              <a:t>góc</a:t>
            </a:r>
            <a:r>
              <a:rPr lang="vi-VN" sz="5100" dirty="0"/>
              <a:t> </a:t>
            </a:r>
            <a:r>
              <a:rPr lang="vi-VN" sz="5100" dirty="0" err="1"/>
              <a:t>độ</a:t>
            </a:r>
            <a:r>
              <a:rPr lang="vi-VN" sz="5100" dirty="0"/>
              <a:t> </a:t>
            </a:r>
            <a:r>
              <a:rPr lang="vi-VN" sz="5100" dirty="0" err="1"/>
              <a:t>khác</a:t>
            </a:r>
            <a:r>
              <a:rPr lang="vi-VN" sz="5100" dirty="0"/>
              <a:t> nhau.</a:t>
            </a:r>
          </a:p>
          <a:p>
            <a:pPr marL="0" indent="0">
              <a:buNone/>
            </a:pPr>
            <a:endParaRPr lang="vi-VN" sz="5100" dirty="0"/>
          </a:p>
          <a:p>
            <a:r>
              <a:rPr lang="vi-VN" sz="5100" dirty="0" err="1"/>
              <a:t>Với</a:t>
            </a:r>
            <a:r>
              <a:rPr lang="vi-VN" sz="5100" dirty="0"/>
              <a:t> </a:t>
            </a:r>
            <a:r>
              <a:rPr lang="vi-VN" sz="5100" dirty="0" err="1"/>
              <a:t>dòng</a:t>
            </a:r>
            <a:r>
              <a:rPr lang="vi-VN" sz="5100" dirty="0"/>
              <a:t> </a:t>
            </a:r>
            <a:r>
              <a:rPr lang="vi-VN" sz="5100" dirty="0" err="1"/>
              <a:t>robot</a:t>
            </a:r>
            <a:r>
              <a:rPr lang="vi-VN" sz="5100" dirty="0"/>
              <a:t> 6 </a:t>
            </a:r>
            <a:r>
              <a:rPr lang="vi-VN" sz="5100" dirty="0" err="1"/>
              <a:t>bậc</a:t>
            </a:r>
            <a:r>
              <a:rPr lang="vi-VN" sz="5100" dirty="0"/>
              <a:t> </a:t>
            </a:r>
            <a:r>
              <a:rPr lang="vi-VN" sz="5100" dirty="0" err="1"/>
              <a:t>tự</a:t>
            </a:r>
            <a:r>
              <a:rPr lang="vi-VN" sz="5100" dirty="0"/>
              <a:t> do (6-DoF) như </a:t>
            </a:r>
            <a:r>
              <a:rPr lang="vi-VN" sz="5100" dirty="0" err="1"/>
              <a:t>dòng</a:t>
            </a:r>
            <a:r>
              <a:rPr lang="vi-VN" sz="5100" dirty="0"/>
              <a:t> </a:t>
            </a:r>
            <a:r>
              <a:rPr lang="vi-VN" sz="5100" dirty="0" err="1"/>
              <a:t>chuẩn</a:t>
            </a:r>
            <a:r>
              <a:rPr lang="vi-VN" sz="5100" dirty="0"/>
              <a:t> </a:t>
            </a:r>
            <a:r>
              <a:rPr lang="vi-VN" sz="5100" dirty="0" err="1"/>
              <a:t>thiết</a:t>
            </a:r>
            <a:r>
              <a:rPr lang="vi-VN" sz="5100" dirty="0"/>
              <a:t> </a:t>
            </a:r>
            <a:r>
              <a:rPr lang="vi-VN" sz="5100" dirty="0" err="1"/>
              <a:t>kế</a:t>
            </a:r>
            <a:r>
              <a:rPr lang="vi-VN" sz="5100" dirty="0"/>
              <a:t> </a:t>
            </a:r>
            <a:r>
              <a:rPr lang="vi-VN" sz="5100" dirty="0" err="1"/>
              <a:t>của</a:t>
            </a:r>
            <a:r>
              <a:rPr lang="vi-VN" sz="5100" dirty="0"/>
              <a:t> SO-100 </a:t>
            </a:r>
            <a:r>
              <a:rPr lang="vi-VN" sz="5100" dirty="0" err="1"/>
              <a:t>thì</a:t>
            </a:r>
            <a:r>
              <a:rPr lang="vi-VN" sz="5100" dirty="0"/>
              <a:t> </a:t>
            </a:r>
            <a:r>
              <a:rPr lang="vi-VN" sz="5100" dirty="0" err="1"/>
              <a:t>Action</a:t>
            </a:r>
            <a:r>
              <a:rPr lang="vi-VN" sz="5100" dirty="0"/>
              <a:t> (</a:t>
            </a:r>
            <a:r>
              <a:rPr lang="vi-VN" sz="5100" dirty="0" err="1"/>
              <a:t>hành</a:t>
            </a:r>
            <a:r>
              <a:rPr lang="vi-VN" sz="5100" dirty="0"/>
              <a:t> </a:t>
            </a:r>
            <a:r>
              <a:rPr lang="vi-VN" sz="5100" dirty="0" err="1"/>
              <a:t>động</a:t>
            </a:r>
            <a:r>
              <a:rPr lang="vi-VN" sz="5100" dirty="0"/>
              <a:t>) </a:t>
            </a:r>
            <a:r>
              <a:rPr lang="vi-VN" sz="5100" dirty="0" err="1"/>
              <a:t>mà</a:t>
            </a:r>
            <a:r>
              <a:rPr lang="vi-VN" sz="5100" dirty="0"/>
              <a:t> mô </a:t>
            </a:r>
            <a:endParaRPr lang="en-US" sz="5100" dirty="0"/>
          </a:p>
          <a:p>
            <a:pPr marL="0" indent="0">
              <a:buNone/>
            </a:pPr>
            <a:r>
              <a:rPr lang="vi-VN" sz="5100" dirty="0" err="1"/>
              <a:t>hình</a:t>
            </a:r>
            <a:r>
              <a:rPr lang="vi-VN" sz="5100" dirty="0"/>
              <a:t> AI </a:t>
            </a:r>
            <a:r>
              <a:rPr lang="vi-VN" sz="5100" dirty="0" err="1"/>
              <a:t>dự</a:t>
            </a:r>
            <a:r>
              <a:rPr lang="vi-VN" sz="5100" dirty="0"/>
              <a:t> </a:t>
            </a:r>
            <a:r>
              <a:rPr lang="vi-VN" sz="5100" dirty="0" err="1"/>
              <a:t>đoán</a:t>
            </a:r>
            <a:r>
              <a:rPr lang="vi-VN" sz="5100" dirty="0"/>
              <a:t> </a:t>
            </a:r>
            <a:r>
              <a:rPr lang="vi-VN" sz="5100" dirty="0" err="1"/>
              <a:t>sẽ</a:t>
            </a:r>
            <a:r>
              <a:rPr lang="vi-VN" sz="5100" dirty="0"/>
              <a:t> </a:t>
            </a:r>
            <a:r>
              <a:rPr lang="vi-VN" sz="5100" dirty="0" err="1"/>
              <a:t>là</a:t>
            </a:r>
            <a:r>
              <a:rPr lang="vi-VN" sz="5100" dirty="0"/>
              <a:t> </a:t>
            </a:r>
            <a:r>
              <a:rPr lang="vi-VN" sz="5100" dirty="0" err="1"/>
              <a:t>một</a:t>
            </a:r>
            <a:r>
              <a:rPr lang="vi-VN" sz="5100" dirty="0"/>
              <a:t> </a:t>
            </a:r>
            <a:r>
              <a:rPr lang="vi-VN" sz="5100" dirty="0" err="1"/>
              <a:t>chuỗi</a:t>
            </a:r>
            <a:r>
              <a:rPr lang="vi-VN" sz="5100" dirty="0"/>
              <a:t> </a:t>
            </a:r>
            <a:r>
              <a:rPr lang="vi-VN" sz="5100" dirty="0" err="1"/>
              <a:t>giá</a:t>
            </a:r>
            <a:r>
              <a:rPr lang="vi-VN" sz="5100" dirty="0"/>
              <a:t> </a:t>
            </a:r>
            <a:r>
              <a:rPr lang="vi-VN" sz="5100" dirty="0" err="1"/>
              <a:t>trị</a:t>
            </a:r>
            <a:r>
              <a:rPr lang="vi-VN" sz="5100" dirty="0"/>
              <a:t> tương </a:t>
            </a:r>
            <a:r>
              <a:rPr lang="vi-VN" sz="5100" dirty="0" err="1"/>
              <a:t>ứng</a:t>
            </a:r>
            <a:r>
              <a:rPr lang="vi-VN" sz="5100" dirty="0"/>
              <a:t> </a:t>
            </a:r>
            <a:r>
              <a:rPr lang="vi-VN" sz="5100" dirty="0" err="1"/>
              <a:t>với</a:t>
            </a:r>
            <a:r>
              <a:rPr lang="vi-VN" sz="5100" dirty="0"/>
              <a:t> </a:t>
            </a:r>
            <a:r>
              <a:rPr lang="vi-VN" sz="5100" dirty="0" err="1"/>
              <a:t>vị</a:t>
            </a:r>
            <a:r>
              <a:rPr lang="vi-VN" sz="5100" dirty="0"/>
              <a:t> </a:t>
            </a:r>
            <a:r>
              <a:rPr lang="vi-VN" sz="5100" dirty="0" err="1"/>
              <a:t>trí</a:t>
            </a:r>
            <a:r>
              <a:rPr lang="vi-VN" sz="5100" dirty="0"/>
              <a:t>/</a:t>
            </a:r>
            <a:r>
              <a:rPr lang="vi-VN" sz="5100" dirty="0" err="1"/>
              <a:t>góc</a:t>
            </a:r>
            <a:r>
              <a:rPr lang="vi-VN" sz="5100" dirty="0"/>
              <a:t> xoay </a:t>
            </a:r>
            <a:r>
              <a:rPr lang="vi-VN" sz="5100" dirty="0" err="1"/>
              <a:t>của</a:t>
            </a:r>
            <a:r>
              <a:rPr lang="vi-VN" sz="5100" dirty="0"/>
              <a:t> </a:t>
            </a:r>
            <a:r>
              <a:rPr lang="vi-VN" sz="5100" dirty="0" err="1"/>
              <a:t>từng</a:t>
            </a:r>
            <a:r>
              <a:rPr lang="vi-VN" sz="5100" dirty="0"/>
              <a:t> </a:t>
            </a:r>
            <a:r>
              <a:rPr lang="vi-VN" sz="5100" dirty="0" err="1"/>
              <a:t>khớp</a:t>
            </a:r>
            <a:r>
              <a:rPr lang="vi-VN" sz="5100" dirty="0"/>
              <a:t>, </a:t>
            </a:r>
            <a:r>
              <a:rPr lang="vi-VN" sz="5100" dirty="0" err="1"/>
              <a:t>cụ</a:t>
            </a:r>
            <a:r>
              <a:rPr lang="vi-VN" sz="5100" dirty="0"/>
              <a:t> </a:t>
            </a:r>
            <a:r>
              <a:rPr lang="vi-VN" sz="5100" dirty="0" err="1"/>
              <a:t>thể</a:t>
            </a:r>
            <a:r>
              <a:rPr lang="vi-VN" sz="5100" dirty="0"/>
              <a:t>:</a:t>
            </a:r>
          </a:p>
          <a:p>
            <a:endParaRPr lang="vi-VN" sz="5100" dirty="0"/>
          </a:p>
          <a:p>
            <a:r>
              <a:rPr lang="vi-VN" sz="5100" dirty="0"/>
              <a:t>j0 (</a:t>
            </a:r>
            <a:r>
              <a:rPr lang="vi-VN" sz="5100" dirty="0" err="1"/>
              <a:t>Base</a:t>
            </a:r>
            <a:r>
              <a:rPr lang="vi-VN" sz="5100" dirty="0"/>
              <a:t>): </a:t>
            </a:r>
            <a:r>
              <a:rPr lang="vi-VN" sz="5100" dirty="0" err="1"/>
              <a:t>Khớp</a:t>
            </a:r>
            <a:r>
              <a:rPr lang="vi-VN" sz="5100" dirty="0"/>
              <a:t> </a:t>
            </a:r>
            <a:r>
              <a:rPr lang="vi-VN" sz="5100" dirty="0" err="1"/>
              <a:t>đế</a:t>
            </a:r>
            <a:r>
              <a:rPr lang="vi-VN" sz="5100" dirty="0"/>
              <a:t>, xoay </a:t>
            </a:r>
            <a:r>
              <a:rPr lang="vi-VN" sz="5100" dirty="0" err="1"/>
              <a:t>toàn</a:t>
            </a:r>
            <a:r>
              <a:rPr lang="vi-VN" sz="5100" dirty="0"/>
              <a:t> </a:t>
            </a:r>
            <a:r>
              <a:rPr lang="vi-VN" sz="5100" dirty="0" err="1"/>
              <a:t>bộ</a:t>
            </a:r>
            <a:r>
              <a:rPr lang="vi-VN" sz="5100" dirty="0"/>
              <a:t> </a:t>
            </a:r>
            <a:r>
              <a:rPr lang="vi-VN" sz="5100" dirty="0" err="1"/>
              <a:t>cánh</a:t>
            </a:r>
            <a:r>
              <a:rPr lang="vi-VN" sz="5100" dirty="0"/>
              <a:t> tay sang </a:t>
            </a:r>
            <a:r>
              <a:rPr lang="vi-VN" sz="5100" dirty="0" err="1"/>
              <a:t>trái</a:t>
            </a:r>
            <a:r>
              <a:rPr lang="vi-VN" sz="5100" dirty="0"/>
              <a:t> </a:t>
            </a:r>
            <a:r>
              <a:rPr lang="vi-VN" sz="5100" dirty="0" err="1"/>
              <a:t>hoặc</a:t>
            </a:r>
            <a:r>
              <a:rPr lang="vi-VN" sz="5100" dirty="0"/>
              <a:t> </a:t>
            </a:r>
            <a:r>
              <a:rPr lang="vi-VN" sz="5100" dirty="0" err="1"/>
              <a:t>phải</a:t>
            </a:r>
            <a:r>
              <a:rPr lang="vi-VN" sz="5100" dirty="0"/>
              <a:t>.</a:t>
            </a:r>
          </a:p>
          <a:p>
            <a:r>
              <a:rPr lang="vi-VN" sz="5100" dirty="0"/>
              <a:t>j1 (</a:t>
            </a:r>
            <a:r>
              <a:rPr lang="vi-VN" sz="5100" dirty="0" err="1"/>
              <a:t>Shoulder</a:t>
            </a:r>
            <a:r>
              <a:rPr lang="vi-VN" sz="5100" dirty="0"/>
              <a:t>): </a:t>
            </a:r>
            <a:r>
              <a:rPr lang="vi-VN" sz="5100" dirty="0" err="1"/>
              <a:t>Khớp</a:t>
            </a:r>
            <a:r>
              <a:rPr lang="vi-VN" sz="5100" dirty="0"/>
              <a:t> vai, </a:t>
            </a:r>
            <a:r>
              <a:rPr lang="vi-VN" sz="5100" dirty="0" err="1"/>
              <a:t>gập</a:t>
            </a:r>
            <a:r>
              <a:rPr lang="vi-VN" sz="5100" dirty="0"/>
              <a:t> </a:t>
            </a:r>
            <a:r>
              <a:rPr lang="vi-VN" sz="5100" dirty="0" err="1"/>
              <a:t>cánh</a:t>
            </a:r>
            <a:r>
              <a:rPr lang="vi-VN" sz="5100" dirty="0"/>
              <a:t> tay lên </a:t>
            </a:r>
            <a:r>
              <a:rPr lang="vi-VN" sz="5100" dirty="0" err="1"/>
              <a:t>hoặc</a:t>
            </a:r>
            <a:r>
              <a:rPr lang="vi-VN" sz="5100" dirty="0"/>
              <a:t> </a:t>
            </a:r>
            <a:r>
              <a:rPr lang="vi-VN" sz="5100" dirty="0" err="1"/>
              <a:t>xuống</a:t>
            </a:r>
            <a:r>
              <a:rPr lang="vi-VN" sz="5100" dirty="0"/>
              <a:t>.</a:t>
            </a:r>
          </a:p>
          <a:p>
            <a:r>
              <a:rPr lang="vi-VN" sz="5100" dirty="0"/>
              <a:t>j2 (</a:t>
            </a:r>
            <a:r>
              <a:rPr lang="vi-VN" sz="5100" dirty="0" err="1"/>
              <a:t>Elbow</a:t>
            </a:r>
            <a:r>
              <a:rPr lang="vi-VN" sz="5100" dirty="0"/>
              <a:t>): </a:t>
            </a:r>
            <a:r>
              <a:rPr lang="vi-VN" sz="5100" dirty="0" err="1"/>
              <a:t>Khớp</a:t>
            </a:r>
            <a:r>
              <a:rPr lang="vi-VN" sz="5100" dirty="0"/>
              <a:t> </a:t>
            </a:r>
            <a:r>
              <a:rPr lang="vi-VN" sz="5100" dirty="0" err="1"/>
              <a:t>khuỷu</a:t>
            </a:r>
            <a:r>
              <a:rPr lang="vi-VN" sz="5100" dirty="0"/>
              <a:t> tay, </a:t>
            </a:r>
            <a:r>
              <a:rPr lang="vi-VN" sz="5100" dirty="0" err="1"/>
              <a:t>giúp</a:t>
            </a:r>
            <a:r>
              <a:rPr lang="vi-VN" sz="5100" dirty="0"/>
              <a:t> </a:t>
            </a:r>
            <a:r>
              <a:rPr lang="vi-VN" sz="5100" dirty="0" err="1"/>
              <a:t>cánh</a:t>
            </a:r>
            <a:r>
              <a:rPr lang="vi-VN" sz="5100" dirty="0"/>
              <a:t> tay </a:t>
            </a:r>
            <a:r>
              <a:rPr lang="vi-VN" sz="5100" dirty="0" err="1"/>
              <a:t>gập</a:t>
            </a:r>
            <a:r>
              <a:rPr lang="vi-VN" sz="5100" dirty="0"/>
              <a:t> </a:t>
            </a:r>
            <a:r>
              <a:rPr lang="vi-VN" sz="5100" dirty="0" err="1"/>
              <a:t>hoặc</a:t>
            </a:r>
            <a:r>
              <a:rPr lang="vi-VN" sz="5100" dirty="0"/>
              <a:t> </a:t>
            </a:r>
            <a:r>
              <a:rPr lang="vi-VN" sz="5100" dirty="0" err="1"/>
              <a:t>duỗi</a:t>
            </a:r>
            <a:r>
              <a:rPr lang="vi-VN" sz="5100" dirty="0"/>
              <a:t> </a:t>
            </a:r>
            <a:r>
              <a:rPr lang="vi-VN" sz="5100" dirty="0" err="1"/>
              <a:t>dài</a:t>
            </a:r>
            <a:r>
              <a:rPr lang="vi-VN" sz="5100" dirty="0"/>
              <a:t> ra.</a:t>
            </a:r>
          </a:p>
          <a:p>
            <a:r>
              <a:rPr lang="vi-VN" sz="5100" dirty="0"/>
              <a:t>j3, j4, j5 (</a:t>
            </a:r>
            <a:r>
              <a:rPr lang="vi-VN" sz="5100" dirty="0" err="1"/>
              <a:t>Wrist</a:t>
            </a:r>
            <a:r>
              <a:rPr lang="vi-VN" sz="5100" dirty="0"/>
              <a:t>): </a:t>
            </a:r>
            <a:r>
              <a:rPr lang="vi-VN" sz="5100" dirty="0" err="1"/>
              <a:t>Các</a:t>
            </a:r>
            <a:r>
              <a:rPr lang="vi-VN" sz="5100" dirty="0"/>
              <a:t> </a:t>
            </a:r>
            <a:r>
              <a:rPr lang="vi-VN" sz="5100" dirty="0" err="1"/>
              <a:t>khớp</a:t>
            </a:r>
            <a:r>
              <a:rPr lang="vi-VN" sz="5100" dirty="0"/>
              <a:t> ở </a:t>
            </a:r>
            <a:r>
              <a:rPr lang="vi-VN" sz="5100" dirty="0" err="1"/>
              <a:t>cổ</a:t>
            </a:r>
            <a:r>
              <a:rPr lang="vi-VN" sz="5100" dirty="0"/>
              <a:t> tay (xoay quanh </a:t>
            </a:r>
            <a:r>
              <a:rPr lang="vi-VN" sz="5100" dirty="0" err="1"/>
              <a:t>trục</a:t>
            </a:r>
            <a:r>
              <a:rPr lang="vi-VN" sz="5100" dirty="0"/>
              <a:t>, </a:t>
            </a:r>
            <a:r>
              <a:rPr lang="vi-VN" sz="5100" dirty="0" err="1"/>
              <a:t>gập</a:t>
            </a:r>
            <a:r>
              <a:rPr lang="vi-VN" sz="5100" dirty="0"/>
              <a:t> lên/</a:t>
            </a:r>
            <a:r>
              <a:rPr lang="vi-VN" sz="5100" dirty="0" err="1"/>
              <a:t>xuống</a:t>
            </a:r>
            <a:r>
              <a:rPr lang="vi-VN" sz="5100" dirty="0"/>
              <a:t>, nghiêng </a:t>
            </a:r>
            <a:r>
              <a:rPr lang="vi-VN" sz="5100" dirty="0" err="1"/>
              <a:t>trái</a:t>
            </a:r>
            <a:r>
              <a:rPr lang="vi-VN" sz="5100" dirty="0"/>
              <a:t>/</a:t>
            </a:r>
            <a:r>
              <a:rPr lang="vi-VN" sz="5100" dirty="0" err="1"/>
              <a:t>phải</a:t>
            </a:r>
            <a:r>
              <a:rPr lang="vi-VN" sz="5100" dirty="0"/>
              <a:t>) </a:t>
            </a:r>
            <a:r>
              <a:rPr lang="vi-VN" sz="5100" dirty="0" err="1"/>
              <a:t>để</a:t>
            </a:r>
            <a:r>
              <a:rPr lang="vi-VN" sz="5100" dirty="0"/>
              <a:t> </a:t>
            </a:r>
            <a:r>
              <a:rPr lang="vi-VN" sz="5100" dirty="0" err="1"/>
              <a:t>định</a:t>
            </a:r>
            <a:r>
              <a:rPr lang="vi-VN" sz="5100" dirty="0"/>
              <a:t> </a:t>
            </a:r>
            <a:r>
              <a:rPr lang="vi-VN" sz="5100" dirty="0" err="1"/>
              <a:t>hướng</a:t>
            </a:r>
            <a:r>
              <a:rPr lang="vi-VN" sz="5100" dirty="0"/>
              <a:t> </a:t>
            </a:r>
            <a:r>
              <a:rPr lang="vi-VN" sz="5100" dirty="0" err="1"/>
              <a:t>kẹp</a:t>
            </a:r>
            <a:r>
              <a:rPr lang="vi-VN" sz="5100" dirty="0"/>
              <a:t> </a:t>
            </a:r>
            <a:r>
              <a:rPr lang="vi-VN" sz="5100" dirty="0" err="1"/>
              <a:t>gắp</a:t>
            </a:r>
            <a:r>
              <a:rPr lang="vi-VN" sz="5100" dirty="0"/>
              <a:t>.</a:t>
            </a:r>
          </a:p>
          <a:p>
            <a:r>
              <a:rPr lang="vi-VN" sz="5100" dirty="0"/>
              <a:t>(</a:t>
            </a:r>
            <a:r>
              <a:rPr lang="vi-VN" sz="5100" dirty="0" err="1"/>
              <a:t>Nếu</a:t>
            </a:r>
            <a:r>
              <a:rPr lang="vi-VN" sz="5100" dirty="0"/>
              <a:t> </a:t>
            </a:r>
            <a:r>
              <a:rPr lang="vi-VN" sz="5100" dirty="0" err="1"/>
              <a:t>có</a:t>
            </a:r>
            <a:r>
              <a:rPr lang="vi-VN" sz="5100" dirty="0"/>
              <a:t>) j6 (</a:t>
            </a:r>
            <a:r>
              <a:rPr lang="vi-VN" sz="5100" dirty="0" err="1"/>
              <a:t>Gripper</a:t>
            </a:r>
            <a:r>
              <a:rPr lang="vi-VN" sz="5100" dirty="0"/>
              <a:t>): </a:t>
            </a:r>
            <a:r>
              <a:rPr lang="vi-VN" sz="5100" dirty="0" err="1"/>
              <a:t>Xác</a:t>
            </a:r>
            <a:r>
              <a:rPr lang="vi-VN" sz="5100" dirty="0"/>
              <a:t> </a:t>
            </a:r>
            <a:r>
              <a:rPr lang="vi-VN" sz="5100" dirty="0" err="1"/>
              <a:t>định</a:t>
            </a:r>
            <a:r>
              <a:rPr lang="vi-VN" sz="5100" dirty="0"/>
              <a:t> </a:t>
            </a:r>
            <a:r>
              <a:rPr lang="vi-VN" sz="5100" dirty="0" err="1"/>
              <a:t>độ</a:t>
            </a:r>
            <a:r>
              <a:rPr lang="vi-VN" sz="5100" dirty="0"/>
              <a:t> </a:t>
            </a:r>
            <a:r>
              <a:rPr lang="vi-VN" sz="5100" dirty="0" err="1"/>
              <a:t>mở</a:t>
            </a:r>
            <a:r>
              <a:rPr lang="vi-VN" sz="5100" dirty="0"/>
              <a:t> </a:t>
            </a:r>
            <a:r>
              <a:rPr lang="vi-VN" sz="5100" dirty="0" err="1"/>
              <a:t>của</a:t>
            </a:r>
            <a:r>
              <a:rPr lang="vi-VN" sz="5100" dirty="0"/>
              <a:t> </a:t>
            </a:r>
            <a:r>
              <a:rPr lang="vi-VN" sz="5100" dirty="0" err="1"/>
              <a:t>kẹp</a:t>
            </a:r>
            <a:r>
              <a:rPr lang="vi-VN" sz="5100" dirty="0"/>
              <a:t> </a:t>
            </a:r>
            <a:r>
              <a:rPr lang="vi-VN" sz="5100" dirty="0" err="1"/>
              <a:t>gắp</a:t>
            </a:r>
            <a:r>
              <a:rPr lang="vi-VN" sz="5100" dirty="0"/>
              <a:t> (</a:t>
            </a:r>
            <a:r>
              <a:rPr lang="vi-VN" sz="5100" dirty="0" err="1"/>
              <a:t>mở</a:t>
            </a:r>
            <a:r>
              <a:rPr lang="vi-VN" sz="5100" dirty="0"/>
              <a:t>/</a:t>
            </a:r>
            <a:r>
              <a:rPr lang="vi-VN" sz="5100" dirty="0" err="1"/>
              <a:t>đóng</a:t>
            </a:r>
            <a:r>
              <a:rPr lang="vi-VN" sz="5100" dirty="0"/>
              <a:t>).</a:t>
            </a:r>
          </a:p>
          <a:p>
            <a:r>
              <a:rPr lang="vi-VN" sz="5200" dirty="0"/>
              <a:t>Khi </a:t>
            </a:r>
            <a:r>
              <a:rPr lang="vi-VN" sz="5200" dirty="0" err="1"/>
              <a:t>pipeline</a:t>
            </a:r>
            <a:r>
              <a:rPr lang="vi-VN" sz="5200" dirty="0"/>
              <a:t> </a:t>
            </a:r>
            <a:r>
              <a:rPr lang="vi-VN" sz="5200" dirty="0" err="1"/>
              <a:t>của</a:t>
            </a:r>
            <a:r>
              <a:rPr lang="vi-VN" sz="5200" dirty="0"/>
              <a:t> </a:t>
            </a:r>
            <a:r>
              <a:rPr lang="vi-VN" sz="5200" dirty="0" err="1"/>
              <a:t>chúng</a:t>
            </a:r>
            <a:r>
              <a:rPr lang="vi-VN" sz="5200" dirty="0"/>
              <a:t> ta </a:t>
            </a:r>
            <a:r>
              <a:rPr lang="vi-VN" sz="5200" dirty="0" err="1"/>
              <a:t>tính</a:t>
            </a:r>
            <a:r>
              <a:rPr lang="vi-VN" sz="5200" dirty="0"/>
              <a:t> "</a:t>
            </a:r>
            <a:r>
              <a:rPr lang="vi-VN" sz="5200" dirty="0" err="1"/>
              <a:t>Joint</a:t>
            </a:r>
            <a:r>
              <a:rPr lang="vi-VN" sz="5200" dirty="0"/>
              <a:t> MSE" (Sai </a:t>
            </a:r>
            <a:r>
              <a:rPr lang="vi-VN" sz="5200" dirty="0" err="1"/>
              <a:t>số</a:t>
            </a:r>
            <a:r>
              <a:rPr lang="vi-VN" sz="5200" dirty="0"/>
              <a:t> </a:t>
            </a:r>
            <a:r>
              <a:rPr lang="vi-VN" sz="5200" dirty="0" err="1"/>
              <a:t>toàn</a:t>
            </a:r>
            <a:r>
              <a:rPr lang="vi-VN" sz="5200" dirty="0"/>
              <a:t> phương trung </a:t>
            </a:r>
            <a:r>
              <a:rPr lang="vi-VN" sz="5200" dirty="0" err="1"/>
              <a:t>bình</a:t>
            </a:r>
            <a:r>
              <a:rPr lang="vi-VN" sz="5200" dirty="0"/>
              <a:t> </a:t>
            </a:r>
            <a:r>
              <a:rPr lang="vi-VN" sz="5200" dirty="0" err="1"/>
              <a:t>của</a:t>
            </a:r>
            <a:r>
              <a:rPr lang="vi-VN" sz="5200" dirty="0"/>
              <a:t> </a:t>
            </a:r>
            <a:r>
              <a:rPr lang="vi-VN" sz="5200" dirty="0" err="1"/>
              <a:t>từng</a:t>
            </a:r>
            <a:r>
              <a:rPr lang="vi-VN" sz="5200" dirty="0"/>
              <a:t> </a:t>
            </a:r>
            <a:r>
              <a:rPr lang="vi-VN" sz="5200" dirty="0" err="1"/>
              <a:t>khớp</a:t>
            </a:r>
            <a:r>
              <a:rPr lang="vi-VN" sz="5200" dirty="0"/>
              <a:t>), </a:t>
            </a:r>
            <a:r>
              <a:rPr lang="vi-VN" sz="5200" dirty="0" err="1"/>
              <a:t>nó</a:t>
            </a:r>
            <a:r>
              <a:rPr lang="vi-VN" sz="5200" dirty="0"/>
              <a:t> đang đo xem </a:t>
            </a:r>
            <a:endParaRPr lang="en-US" sz="5200" dirty="0"/>
          </a:p>
          <a:p>
            <a:pPr marL="0" indent="0">
              <a:buNone/>
            </a:pPr>
            <a:r>
              <a:rPr lang="vi-VN" sz="5200" dirty="0" err="1"/>
              <a:t>góc</a:t>
            </a:r>
            <a:r>
              <a:rPr lang="vi-VN" sz="5200" dirty="0"/>
              <a:t> xoay </a:t>
            </a:r>
            <a:r>
              <a:rPr lang="vi-VN" sz="5200" dirty="0" err="1"/>
              <a:t>mà</a:t>
            </a:r>
            <a:r>
              <a:rPr lang="vi-VN" sz="5200" dirty="0"/>
              <a:t> mô </a:t>
            </a:r>
            <a:r>
              <a:rPr lang="vi-VN" sz="5200" dirty="0" err="1"/>
              <a:t>hình</a:t>
            </a:r>
            <a:r>
              <a:rPr lang="vi-VN" sz="5200" dirty="0"/>
              <a:t> AI </a:t>
            </a:r>
            <a:r>
              <a:rPr lang="vi-VN" sz="5200" dirty="0" err="1"/>
              <a:t>dự</a:t>
            </a:r>
            <a:r>
              <a:rPr lang="vi-VN" sz="5200" dirty="0"/>
              <a:t> </a:t>
            </a:r>
            <a:r>
              <a:rPr lang="vi-VN" sz="5200" dirty="0" err="1"/>
              <a:t>đoán</a:t>
            </a:r>
            <a:r>
              <a:rPr lang="vi-VN" sz="5200" dirty="0"/>
              <a:t> cho </a:t>
            </a:r>
            <a:r>
              <a:rPr lang="vi-VN" sz="5200" dirty="0" err="1"/>
              <a:t>khớp</a:t>
            </a:r>
            <a:r>
              <a:rPr lang="vi-VN" sz="5200" dirty="0"/>
              <a:t> </a:t>
            </a:r>
            <a:r>
              <a:rPr lang="vi-VN" sz="5200" dirty="0" err="1"/>
              <a:t>đó</a:t>
            </a:r>
            <a:r>
              <a:rPr lang="vi-VN" sz="5200" dirty="0"/>
              <a:t> </a:t>
            </a:r>
            <a:r>
              <a:rPr lang="vi-VN" sz="5200" dirty="0" err="1"/>
              <a:t>có</a:t>
            </a:r>
            <a:r>
              <a:rPr lang="vi-VN" sz="5200" dirty="0"/>
              <a:t> </a:t>
            </a:r>
            <a:r>
              <a:rPr lang="vi-VN" sz="5200" dirty="0" err="1"/>
              <a:t>sát</a:t>
            </a:r>
            <a:r>
              <a:rPr lang="vi-VN" sz="5200" dirty="0"/>
              <a:t> </a:t>
            </a:r>
            <a:r>
              <a:rPr lang="vi-VN" sz="5200" dirty="0" err="1"/>
              <a:t>với</a:t>
            </a:r>
            <a:r>
              <a:rPr lang="vi-VN" sz="5200" dirty="0"/>
              <a:t> </a:t>
            </a:r>
            <a:r>
              <a:rPr lang="vi-VN" sz="5200" dirty="0" err="1"/>
              <a:t>góc</a:t>
            </a:r>
            <a:r>
              <a:rPr lang="vi-VN" sz="5200" dirty="0"/>
              <a:t> xoay </a:t>
            </a:r>
            <a:r>
              <a:rPr lang="vi-VN" sz="5200" dirty="0" err="1"/>
              <a:t>thực</a:t>
            </a:r>
            <a:r>
              <a:rPr lang="vi-VN" sz="5200" dirty="0"/>
              <a:t> </a:t>
            </a:r>
            <a:r>
              <a:rPr lang="vi-VN" sz="5200" dirty="0" err="1"/>
              <a:t>tế</a:t>
            </a:r>
            <a:r>
              <a:rPr lang="vi-VN" sz="5200" dirty="0"/>
              <a:t> </a:t>
            </a:r>
            <a:r>
              <a:rPr lang="vi-VN" sz="5200" dirty="0" err="1"/>
              <a:t>mà</a:t>
            </a:r>
            <a:r>
              <a:rPr lang="vi-VN" sz="5200" dirty="0"/>
              <a:t> con </a:t>
            </a:r>
            <a:r>
              <a:rPr lang="vi-VN" sz="5200" dirty="0" err="1"/>
              <a:t>người</a:t>
            </a:r>
            <a:r>
              <a:rPr lang="vi-VN" sz="5200" dirty="0"/>
              <a:t> </a:t>
            </a:r>
            <a:r>
              <a:rPr lang="vi-VN" sz="5200" dirty="0" err="1"/>
              <a:t>đã</a:t>
            </a:r>
            <a:r>
              <a:rPr lang="vi-VN" sz="5200" dirty="0"/>
              <a:t> thao </a:t>
            </a:r>
            <a:r>
              <a:rPr lang="vi-VN" sz="5200" dirty="0" err="1"/>
              <a:t>tác</a:t>
            </a:r>
            <a:r>
              <a:rPr lang="vi-VN" sz="5200" dirty="0"/>
              <a:t> </a:t>
            </a:r>
            <a:r>
              <a:rPr lang="vi-VN" sz="5200" dirty="0" err="1"/>
              <a:t>từ</a:t>
            </a:r>
            <a:r>
              <a:rPr lang="vi-VN" sz="5200" dirty="0"/>
              <a:t> </a:t>
            </a:r>
            <a:endParaRPr lang="en-US" sz="5200" dirty="0"/>
          </a:p>
          <a:p>
            <a:pPr marL="0" indent="0">
              <a:buNone/>
            </a:pPr>
            <a:r>
              <a:rPr lang="vi-VN" sz="5200" dirty="0" err="1"/>
              <a:t>dataset</a:t>
            </a:r>
            <a:r>
              <a:rPr lang="vi-VN" sz="5200" dirty="0"/>
              <a:t> hay chưa. </a:t>
            </a:r>
            <a:r>
              <a:rPr lang="vi-VN" sz="5200" dirty="0" err="1"/>
              <a:t>Mức</a:t>
            </a:r>
            <a:r>
              <a:rPr lang="vi-VN" sz="5200" dirty="0"/>
              <a:t> </a:t>
            </a:r>
            <a:r>
              <a:rPr lang="vi-VN" sz="5200" dirty="0" err="1"/>
              <a:t>độ</a:t>
            </a:r>
            <a:r>
              <a:rPr lang="vi-VN" sz="5200" dirty="0"/>
              <a:t> MSE </a:t>
            </a:r>
            <a:r>
              <a:rPr lang="vi-VN" sz="5200" dirty="0" err="1"/>
              <a:t>càng</a:t>
            </a:r>
            <a:r>
              <a:rPr lang="vi-VN" sz="5200" dirty="0"/>
              <a:t> </a:t>
            </a:r>
            <a:r>
              <a:rPr lang="vi-VN" sz="5200" dirty="0" err="1"/>
              <a:t>thấp</a:t>
            </a:r>
            <a:r>
              <a:rPr lang="vi-VN" sz="5200" dirty="0"/>
              <a:t> </a:t>
            </a:r>
            <a:r>
              <a:rPr lang="vi-VN" sz="5200" dirty="0" err="1"/>
              <a:t>thì</a:t>
            </a:r>
            <a:r>
              <a:rPr lang="vi-VN" sz="5200" dirty="0"/>
              <a:t> AI </a:t>
            </a:r>
            <a:r>
              <a:rPr lang="vi-VN" sz="5200" dirty="0" err="1"/>
              <a:t>bắt</a:t>
            </a:r>
            <a:r>
              <a:rPr lang="vi-VN" sz="5200" dirty="0"/>
              <a:t> </a:t>
            </a:r>
            <a:r>
              <a:rPr lang="vi-VN" sz="5200" dirty="0" err="1"/>
              <a:t>chước</a:t>
            </a:r>
            <a:r>
              <a:rPr lang="vi-VN" sz="5200" dirty="0"/>
              <a:t> </a:t>
            </a:r>
            <a:r>
              <a:rPr lang="vi-VN" sz="5200" dirty="0" err="1"/>
              <a:t>người</a:t>
            </a:r>
            <a:r>
              <a:rPr lang="vi-VN" sz="5200" dirty="0"/>
              <a:t> </a:t>
            </a:r>
            <a:r>
              <a:rPr lang="vi-VN" sz="5200" dirty="0" err="1"/>
              <a:t>biểu</a:t>
            </a:r>
            <a:r>
              <a:rPr lang="vi-VN" sz="5200" dirty="0"/>
              <a:t> </a:t>
            </a:r>
            <a:r>
              <a:rPr lang="vi-VN" sz="5200" dirty="0" err="1"/>
              <a:t>diễn</a:t>
            </a:r>
            <a:r>
              <a:rPr lang="vi-VN" sz="5200" dirty="0"/>
              <a:t> </a:t>
            </a:r>
            <a:r>
              <a:rPr lang="vi-VN" sz="5200" dirty="0" err="1"/>
              <a:t>càng</a:t>
            </a:r>
            <a:r>
              <a:rPr lang="vi-VN" sz="5200" dirty="0"/>
              <a:t> </a:t>
            </a:r>
            <a:r>
              <a:rPr lang="vi-VN" sz="5200" dirty="0" err="1"/>
              <a:t>chính</a:t>
            </a:r>
            <a:r>
              <a:rPr lang="vi-VN" sz="5200" dirty="0"/>
              <a:t> </a:t>
            </a:r>
            <a:r>
              <a:rPr lang="vi-VN" sz="5200" dirty="0" err="1"/>
              <a:t>xác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2122259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1E88D-3362-407A-89A9-92C3FA812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8224"/>
            <a:ext cx="10807700" cy="5146675"/>
          </a:xfrm>
        </p:spPr>
        <p:txBody>
          <a:bodyPr>
            <a:normAutofit fontScale="62500" lnSpcReduction="20000"/>
          </a:bodyPr>
          <a:lstStyle/>
          <a:p>
            <a:r>
              <a:rPr lang="en-US" sz="4000" dirty="0"/>
              <a:t>C</a:t>
            </a:r>
            <a:r>
              <a:rPr lang="vi-VN" sz="4000" dirty="0" err="1"/>
              <a:t>ác</a:t>
            </a:r>
            <a:r>
              <a:rPr lang="vi-VN" sz="4000" dirty="0"/>
              <a:t> </a:t>
            </a:r>
            <a:r>
              <a:rPr lang="vi-VN" sz="4000" dirty="0" err="1"/>
              <a:t>chỉ</a:t>
            </a:r>
            <a:r>
              <a:rPr lang="vi-VN" sz="4000" dirty="0"/>
              <a:t> </a:t>
            </a:r>
            <a:r>
              <a:rPr lang="vi-VN" sz="4000" dirty="0" err="1"/>
              <a:t>số</a:t>
            </a:r>
            <a:r>
              <a:rPr lang="vi-VN" sz="4000" dirty="0"/>
              <a:t> </a:t>
            </a:r>
            <a:r>
              <a:rPr lang="vi-VN" sz="4000" dirty="0" err="1"/>
              <a:t>từ</a:t>
            </a:r>
            <a:r>
              <a:rPr lang="vi-VN" sz="4000" dirty="0"/>
              <a:t> J1 - J6 đo </a:t>
            </a:r>
            <a:r>
              <a:rPr lang="vi-VN" sz="4000" dirty="0" err="1"/>
              <a:t>lường</a:t>
            </a:r>
            <a:r>
              <a:rPr lang="vi-VN" sz="4000" dirty="0"/>
              <a:t> </a:t>
            </a:r>
            <a:r>
              <a:rPr lang="vi-VN" sz="4000" dirty="0" err="1"/>
              <a:t>góc</a:t>
            </a:r>
            <a:r>
              <a:rPr lang="vi-VN" sz="4000" dirty="0"/>
              <a:t> xoay/</a:t>
            </a:r>
            <a:r>
              <a:rPr lang="vi-VN" sz="4000" dirty="0" err="1"/>
              <a:t>vị</a:t>
            </a:r>
            <a:r>
              <a:rPr lang="vi-VN" sz="4000" dirty="0"/>
              <a:t> </a:t>
            </a:r>
            <a:r>
              <a:rPr lang="vi-VN" sz="4000" dirty="0" err="1"/>
              <a:t>trí</a:t>
            </a:r>
            <a:r>
              <a:rPr lang="vi-VN" sz="4000" dirty="0"/>
              <a:t> </a:t>
            </a:r>
            <a:r>
              <a:rPr lang="vi-VN" sz="4000" dirty="0" err="1"/>
              <a:t>chính</a:t>
            </a:r>
            <a:r>
              <a:rPr lang="vi-VN" sz="4000" dirty="0"/>
              <a:t> </a:t>
            </a:r>
            <a:r>
              <a:rPr lang="vi-VN" sz="4000" dirty="0" err="1"/>
              <a:t>xác</a:t>
            </a:r>
            <a:r>
              <a:rPr lang="vi-VN" sz="4000" dirty="0"/>
              <a:t> </a:t>
            </a:r>
            <a:r>
              <a:rPr lang="vi-VN" sz="4000" dirty="0" err="1"/>
              <a:t>mà</a:t>
            </a:r>
            <a:r>
              <a:rPr lang="vi-VN" sz="4000" dirty="0"/>
              <a:t> </a:t>
            </a:r>
            <a:r>
              <a:rPr lang="vi-VN" sz="4000" dirty="0" err="1"/>
              <a:t>động</a:t>
            </a:r>
            <a:r>
              <a:rPr lang="vi-VN" sz="4000" dirty="0"/>
              <a:t> cơ </a:t>
            </a:r>
            <a:r>
              <a:rPr lang="vi-VN" sz="4000" dirty="0" err="1"/>
              <a:t>đó</a:t>
            </a:r>
            <a:r>
              <a:rPr lang="vi-VN" sz="4000" dirty="0"/>
              <a:t> </a:t>
            </a:r>
            <a:r>
              <a:rPr lang="vi-VN" sz="4000" dirty="0" err="1"/>
              <a:t>cần</a:t>
            </a:r>
            <a:r>
              <a:rPr lang="vi-VN" sz="4000" dirty="0"/>
              <a:t> </a:t>
            </a:r>
            <a:r>
              <a:rPr lang="vi-VN" sz="4000" dirty="0" err="1"/>
              <a:t>phải</a:t>
            </a:r>
            <a:r>
              <a:rPr lang="vi-VN" sz="4000" dirty="0"/>
              <a:t> ở </a:t>
            </a:r>
            <a:r>
              <a:rPr lang="vi-VN" sz="4000" dirty="0" err="1"/>
              <a:t>đó</a:t>
            </a:r>
            <a:r>
              <a:rPr lang="vi-VN" sz="4000" dirty="0"/>
              <a:t> </a:t>
            </a:r>
            <a:r>
              <a:rPr lang="vi-VN" sz="4000" dirty="0" err="1"/>
              <a:t>tại</a:t>
            </a:r>
            <a:r>
              <a:rPr lang="vi-VN" sz="4000" dirty="0"/>
              <a:t> </a:t>
            </a:r>
            <a:r>
              <a:rPr lang="vi-VN" sz="4000" dirty="0" err="1"/>
              <a:t>một</a:t>
            </a:r>
            <a:r>
              <a:rPr lang="vi-VN" sz="4000" dirty="0"/>
              <a:t> </a:t>
            </a:r>
            <a:r>
              <a:rPr lang="vi-VN" sz="4000" dirty="0" err="1"/>
              <a:t>thời</a:t>
            </a:r>
            <a:r>
              <a:rPr lang="vi-VN" sz="4000" dirty="0"/>
              <a:t> </a:t>
            </a:r>
            <a:r>
              <a:rPr lang="vi-VN" sz="4000" dirty="0" err="1"/>
              <a:t>điểm</a:t>
            </a:r>
            <a:r>
              <a:rPr lang="vi-VN" sz="4000" dirty="0"/>
              <a:t> </a:t>
            </a:r>
            <a:r>
              <a:rPr lang="vi-VN" sz="4000" dirty="0" err="1"/>
              <a:t>cụ</a:t>
            </a:r>
            <a:r>
              <a:rPr lang="vi-VN" sz="4000" dirty="0"/>
              <a:t> </a:t>
            </a:r>
            <a:r>
              <a:rPr lang="vi-VN" sz="4000" dirty="0" err="1"/>
              <a:t>thể</a:t>
            </a:r>
            <a:r>
              <a:rPr lang="vi-VN" sz="4000" dirty="0"/>
              <a:t>.</a:t>
            </a:r>
          </a:p>
          <a:p>
            <a:r>
              <a:rPr lang="vi-VN" sz="4000" dirty="0" err="1"/>
              <a:t>Cụ</a:t>
            </a:r>
            <a:r>
              <a:rPr lang="vi-VN" sz="4000" dirty="0"/>
              <a:t> </a:t>
            </a:r>
            <a:r>
              <a:rPr lang="vi-VN" sz="4000" dirty="0" err="1"/>
              <a:t>thể</a:t>
            </a:r>
            <a:r>
              <a:rPr lang="vi-VN" sz="4000" dirty="0"/>
              <a:t>, </a:t>
            </a:r>
            <a:r>
              <a:rPr lang="vi-VN" sz="4000" dirty="0" err="1"/>
              <a:t>cánh</a:t>
            </a:r>
            <a:r>
              <a:rPr lang="vi-VN" sz="4000" dirty="0"/>
              <a:t> tay SO-100 </a:t>
            </a:r>
            <a:r>
              <a:rPr lang="vi-VN" sz="4000" dirty="0" err="1"/>
              <a:t>được</a:t>
            </a:r>
            <a:r>
              <a:rPr lang="vi-VN" sz="4000" dirty="0"/>
              <a:t> </a:t>
            </a:r>
            <a:r>
              <a:rPr lang="vi-VN" sz="4000" dirty="0" err="1"/>
              <a:t>ánh</a:t>
            </a:r>
            <a:r>
              <a:rPr lang="vi-VN" sz="4000" dirty="0"/>
              <a:t> </a:t>
            </a:r>
            <a:r>
              <a:rPr lang="vi-VN" sz="4000" dirty="0" err="1"/>
              <a:t>xạ</a:t>
            </a:r>
            <a:r>
              <a:rPr lang="vi-VN" sz="4000" dirty="0"/>
              <a:t> </a:t>
            </a:r>
            <a:r>
              <a:rPr lang="vi-VN" sz="4000" dirty="0" err="1"/>
              <a:t>vào</a:t>
            </a:r>
            <a:r>
              <a:rPr lang="vi-VN" sz="4000" dirty="0"/>
              <a:t> 6 </a:t>
            </a:r>
            <a:r>
              <a:rPr lang="vi-VN" sz="4000" dirty="0" err="1"/>
              <a:t>khớp</a:t>
            </a:r>
            <a:r>
              <a:rPr lang="vi-VN" sz="4000" dirty="0"/>
              <a:t> như sau:</a:t>
            </a:r>
          </a:p>
          <a:p>
            <a:r>
              <a:rPr lang="vi-VN" sz="4000" dirty="0"/>
              <a:t>J1 (</a:t>
            </a:r>
            <a:r>
              <a:rPr lang="vi-VN" sz="4000" dirty="0" err="1"/>
              <a:t>Base</a:t>
            </a:r>
            <a:r>
              <a:rPr lang="vi-VN" sz="4000" dirty="0"/>
              <a:t>/</a:t>
            </a:r>
            <a:r>
              <a:rPr lang="vi-VN" sz="4000" dirty="0" err="1"/>
              <a:t>Rotation</a:t>
            </a:r>
            <a:r>
              <a:rPr lang="vi-VN" sz="4000" dirty="0"/>
              <a:t>): </a:t>
            </a:r>
            <a:r>
              <a:rPr lang="vi-VN" sz="4000" dirty="0" err="1"/>
              <a:t>Khớp</a:t>
            </a:r>
            <a:r>
              <a:rPr lang="vi-VN" sz="4000" dirty="0"/>
              <a:t> </a:t>
            </a:r>
            <a:r>
              <a:rPr lang="vi-VN" sz="4000" dirty="0" err="1"/>
              <a:t>đế</a:t>
            </a:r>
            <a:r>
              <a:rPr lang="vi-VN" sz="4000" dirty="0"/>
              <a:t> (xoay </a:t>
            </a:r>
            <a:r>
              <a:rPr lang="vi-VN" sz="4000" dirty="0" err="1"/>
              <a:t>trái</a:t>
            </a:r>
            <a:r>
              <a:rPr lang="vi-VN" sz="4000" dirty="0"/>
              <a:t>/</a:t>
            </a:r>
            <a:r>
              <a:rPr lang="vi-VN" sz="4000" dirty="0" err="1"/>
              <a:t>phải</a:t>
            </a:r>
            <a:r>
              <a:rPr lang="vi-VN" sz="4000" dirty="0"/>
              <a:t>) – </a:t>
            </a:r>
            <a:r>
              <a:rPr lang="vi-VN" sz="4000" dirty="0" err="1"/>
              <a:t>Quyết</a:t>
            </a:r>
            <a:r>
              <a:rPr lang="vi-VN" sz="4000" dirty="0"/>
              <a:t> </a:t>
            </a:r>
            <a:r>
              <a:rPr lang="vi-VN" sz="4000" dirty="0" err="1"/>
              <a:t>định</a:t>
            </a:r>
            <a:r>
              <a:rPr lang="vi-VN" sz="4000" dirty="0"/>
              <a:t> </a:t>
            </a:r>
            <a:r>
              <a:rPr lang="vi-VN" sz="4000" dirty="0" err="1"/>
              <a:t>hướng</a:t>
            </a:r>
            <a:r>
              <a:rPr lang="vi-VN" sz="4000" dirty="0"/>
              <a:t> </a:t>
            </a:r>
            <a:r>
              <a:rPr lang="vi-VN" sz="4000" dirty="0" err="1"/>
              <a:t>mà</a:t>
            </a:r>
            <a:r>
              <a:rPr lang="vi-VN" sz="4000" dirty="0"/>
              <a:t> </a:t>
            </a:r>
            <a:r>
              <a:rPr lang="vi-VN" sz="4000" dirty="0" err="1"/>
              <a:t>toàn</a:t>
            </a:r>
            <a:r>
              <a:rPr lang="vi-VN" sz="4000" dirty="0"/>
              <a:t> </a:t>
            </a:r>
            <a:r>
              <a:rPr lang="vi-VN" sz="4000" dirty="0" err="1"/>
              <a:t>bộ</a:t>
            </a:r>
            <a:r>
              <a:rPr lang="vi-VN" sz="4000" dirty="0"/>
              <a:t> </a:t>
            </a:r>
            <a:r>
              <a:rPr lang="vi-VN" sz="4000" dirty="0" err="1"/>
              <a:t>cánh</a:t>
            </a:r>
            <a:r>
              <a:rPr lang="vi-VN" sz="4000" dirty="0"/>
              <a:t> tay đang quay </a:t>
            </a:r>
            <a:r>
              <a:rPr lang="vi-VN" sz="4000" dirty="0" err="1"/>
              <a:t>mặt</a:t>
            </a:r>
            <a:r>
              <a:rPr lang="vi-VN" sz="4000" dirty="0"/>
              <a:t> </a:t>
            </a:r>
            <a:r>
              <a:rPr lang="vi-VN" sz="4000" dirty="0" err="1"/>
              <a:t>tới</a:t>
            </a:r>
            <a:r>
              <a:rPr lang="vi-VN" sz="4000" dirty="0"/>
              <a:t>.</a:t>
            </a:r>
          </a:p>
          <a:p>
            <a:r>
              <a:rPr lang="vi-VN" sz="4000" dirty="0"/>
              <a:t>J2 (</a:t>
            </a:r>
            <a:r>
              <a:rPr lang="vi-VN" sz="4000" dirty="0" err="1"/>
              <a:t>Shoulder</a:t>
            </a:r>
            <a:r>
              <a:rPr lang="vi-VN" sz="4000" dirty="0"/>
              <a:t>): </a:t>
            </a:r>
            <a:r>
              <a:rPr lang="vi-VN" sz="4000" dirty="0" err="1"/>
              <a:t>Khớp</a:t>
            </a:r>
            <a:r>
              <a:rPr lang="vi-VN" sz="4000" dirty="0"/>
              <a:t> vai (</a:t>
            </a:r>
            <a:r>
              <a:rPr lang="vi-VN" sz="4000" dirty="0" err="1"/>
              <a:t>gập</a:t>
            </a:r>
            <a:r>
              <a:rPr lang="vi-VN" sz="4000" dirty="0"/>
              <a:t> lên/</a:t>
            </a:r>
            <a:r>
              <a:rPr lang="vi-VN" sz="4000" dirty="0" err="1"/>
              <a:t>xuống</a:t>
            </a:r>
            <a:r>
              <a:rPr lang="vi-VN" sz="4000" dirty="0"/>
              <a:t>) – Đưa </a:t>
            </a:r>
            <a:r>
              <a:rPr lang="vi-VN" sz="4000" dirty="0" err="1"/>
              <a:t>toàn</a:t>
            </a:r>
            <a:r>
              <a:rPr lang="vi-VN" sz="4000" dirty="0"/>
              <a:t> </a:t>
            </a:r>
            <a:r>
              <a:rPr lang="vi-VN" sz="4000" dirty="0" err="1"/>
              <a:t>bộ</a:t>
            </a:r>
            <a:r>
              <a:rPr lang="vi-VN" sz="4000" dirty="0"/>
              <a:t> </a:t>
            </a:r>
            <a:r>
              <a:rPr lang="vi-VN" sz="4000" dirty="0" err="1"/>
              <a:t>cánh</a:t>
            </a:r>
            <a:r>
              <a:rPr lang="vi-VN" sz="4000" dirty="0"/>
              <a:t> tay vươn ra xa </a:t>
            </a:r>
            <a:r>
              <a:rPr lang="vi-VN" sz="4000" dirty="0" err="1"/>
              <a:t>hoặc</a:t>
            </a:r>
            <a:r>
              <a:rPr lang="vi-VN" sz="4000" dirty="0"/>
              <a:t> thu </a:t>
            </a:r>
            <a:r>
              <a:rPr lang="vi-VN" sz="4000" dirty="0" err="1"/>
              <a:t>lại</a:t>
            </a:r>
            <a:r>
              <a:rPr lang="vi-VN" sz="4000" dirty="0"/>
              <a:t> </a:t>
            </a:r>
            <a:r>
              <a:rPr lang="vi-VN" sz="4000" dirty="0" err="1"/>
              <a:t>gần</a:t>
            </a:r>
            <a:r>
              <a:rPr lang="vi-VN" sz="4000" dirty="0"/>
              <a:t>.</a:t>
            </a:r>
          </a:p>
          <a:p>
            <a:r>
              <a:rPr lang="vi-VN" sz="4000" dirty="0"/>
              <a:t>J3 (</a:t>
            </a:r>
            <a:r>
              <a:rPr lang="vi-VN" sz="4000" dirty="0" err="1"/>
              <a:t>Elbow</a:t>
            </a:r>
            <a:r>
              <a:rPr lang="vi-VN" sz="4000" dirty="0"/>
              <a:t>): </a:t>
            </a:r>
            <a:r>
              <a:rPr lang="vi-VN" sz="4000" dirty="0" err="1"/>
              <a:t>Khớp</a:t>
            </a:r>
            <a:r>
              <a:rPr lang="vi-VN" sz="4000" dirty="0"/>
              <a:t> </a:t>
            </a:r>
            <a:r>
              <a:rPr lang="vi-VN" sz="4000" dirty="0" err="1"/>
              <a:t>khuỷu</a:t>
            </a:r>
            <a:r>
              <a:rPr lang="vi-VN" sz="4000" dirty="0"/>
              <a:t> (</a:t>
            </a:r>
            <a:r>
              <a:rPr lang="vi-VN" sz="4000" dirty="0" err="1"/>
              <a:t>gập</a:t>
            </a:r>
            <a:r>
              <a:rPr lang="vi-VN" sz="4000" dirty="0"/>
              <a:t> lên/</a:t>
            </a:r>
            <a:r>
              <a:rPr lang="vi-VN" sz="4000" dirty="0" err="1"/>
              <a:t>xuống</a:t>
            </a:r>
            <a:r>
              <a:rPr lang="vi-VN" sz="4000" dirty="0"/>
              <a:t>) – </a:t>
            </a:r>
            <a:r>
              <a:rPr lang="vi-VN" sz="4000" dirty="0" err="1"/>
              <a:t>Giúp</a:t>
            </a:r>
            <a:r>
              <a:rPr lang="vi-VN" sz="4000" dirty="0"/>
              <a:t> nâng </a:t>
            </a:r>
            <a:r>
              <a:rPr lang="vi-VN" sz="4000" dirty="0" err="1"/>
              <a:t>hạ</a:t>
            </a:r>
            <a:r>
              <a:rPr lang="vi-VN" sz="4000" dirty="0"/>
              <a:t> </a:t>
            </a:r>
            <a:r>
              <a:rPr lang="vi-VN" sz="4000" dirty="0" err="1"/>
              <a:t>phần</a:t>
            </a:r>
            <a:r>
              <a:rPr lang="vi-VN" sz="4000" dirty="0"/>
              <a:t> </a:t>
            </a:r>
            <a:r>
              <a:rPr lang="vi-VN" sz="4000" dirty="0" err="1"/>
              <a:t>rìa</a:t>
            </a:r>
            <a:r>
              <a:rPr lang="vi-VN" sz="4000" dirty="0"/>
              <a:t> </a:t>
            </a:r>
            <a:r>
              <a:rPr lang="vi-VN" sz="4000" dirty="0" err="1"/>
              <a:t>của</a:t>
            </a:r>
            <a:r>
              <a:rPr lang="vi-VN" sz="4000" dirty="0"/>
              <a:t> </a:t>
            </a:r>
            <a:r>
              <a:rPr lang="vi-VN" sz="4000" dirty="0" err="1"/>
              <a:t>cánh</a:t>
            </a:r>
            <a:r>
              <a:rPr lang="vi-VN" sz="4000" dirty="0"/>
              <a:t> tay.</a:t>
            </a:r>
          </a:p>
          <a:p>
            <a:r>
              <a:rPr lang="vi-VN" sz="4000" dirty="0"/>
              <a:t>J4 (</a:t>
            </a:r>
            <a:r>
              <a:rPr lang="vi-VN" sz="4000" dirty="0" err="1"/>
              <a:t>Wrist</a:t>
            </a:r>
            <a:r>
              <a:rPr lang="vi-VN" sz="4000" dirty="0"/>
              <a:t> </a:t>
            </a:r>
            <a:r>
              <a:rPr lang="vi-VN" sz="4000" dirty="0" err="1"/>
              <a:t>Pitch</a:t>
            </a:r>
            <a:r>
              <a:rPr lang="vi-VN" sz="4000" dirty="0"/>
              <a:t>): </a:t>
            </a:r>
            <a:r>
              <a:rPr lang="vi-VN" sz="4000" dirty="0" err="1"/>
              <a:t>Khớp</a:t>
            </a:r>
            <a:r>
              <a:rPr lang="vi-VN" sz="4000" dirty="0"/>
              <a:t> </a:t>
            </a:r>
            <a:r>
              <a:rPr lang="vi-VN" sz="4000" dirty="0" err="1"/>
              <a:t>cổ</a:t>
            </a:r>
            <a:r>
              <a:rPr lang="vi-VN" sz="4000" dirty="0"/>
              <a:t> tay (</a:t>
            </a:r>
            <a:r>
              <a:rPr lang="vi-VN" sz="4000" dirty="0" err="1"/>
              <a:t>gập</a:t>
            </a:r>
            <a:r>
              <a:rPr lang="vi-VN" sz="4000" dirty="0"/>
              <a:t> lên/</a:t>
            </a:r>
            <a:r>
              <a:rPr lang="vi-VN" sz="4000" dirty="0" err="1"/>
              <a:t>xuống</a:t>
            </a:r>
            <a:r>
              <a:rPr lang="vi-VN" sz="4000" dirty="0"/>
              <a:t>) – Nghiêng </a:t>
            </a:r>
            <a:r>
              <a:rPr lang="vi-VN" sz="4000" dirty="0" err="1"/>
              <a:t>kẹp</a:t>
            </a:r>
            <a:r>
              <a:rPr lang="vi-VN" sz="4000" dirty="0"/>
              <a:t> </a:t>
            </a:r>
            <a:r>
              <a:rPr lang="vi-VN" sz="4000" dirty="0" err="1"/>
              <a:t>hướng</a:t>
            </a:r>
            <a:r>
              <a:rPr lang="vi-VN" sz="4000" dirty="0"/>
              <a:t> lên </a:t>
            </a:r>
            <a:r>
              <a:rPr lang="vi-VN" sz="4000" dirty="0" err="1"/>
              <a:t>trần</a:t>
            </a:r>
            <a:r>
              <a:rPr lang="vi-VN" sz="4000" dirty="0"/>
              <a:t> </a:t>
            </a:r>
            <a:r>
              <a:rPr lang="vi-VN" sz="4000" dirty="0" err="1"/>
              <a:t>nhà</a:t>
            </a:r>
            <a:r>
              <a:rPr lang="vi-VN" sz="4000" dirty="0"/>
              <a:t> hay </a:t>
            </a:r>
            <a:r>
              <a:rPr lang="vi-VN" sz="4000" dirty="0" err="1"/>
              <a:t>chúi</a:t>
            </a:r>
            <a:r>
              <a:rPr lang="vi-VN" sz="4000" dirty="0"/>
              <a:t> </a:t>
            </a:r>
            <a:r>
              <a:rPr lang="vi-VN" sz="4000" dirty="0" err="1"/>
              <a:t>xuống</a:t>
            </a:r>
            <a:r>
              <a:rPr lang="vi-VN" sz="4000" dirty="0"/>
              <a:t> </a:t>
            </a:r>
            <a:r>
              <a:rPr lang="vi-VN" sz="4000" dirty="0" err="1"/>
              <a:t>mặt</a:t>
            </a:r>
            <a:r>
              <a:rPr lang="vi-VN" sz="4000" dirty="0"/>
              <a:t> </a:t>
            </a:r>
            <a:r>
              <a:rPr lang="vi-VN" sz="4000" dirty="0" err="1"/>
              <a:t>bàn</a:t>
            </a:r>
            <a:r>
              <a:rPr lang="vi-VN" sz="4000" dirty="0"/>
              <a:t>.</a:t>
            </a:r>
          </a:p>
          <a:p>
            <a:r>
              <a:rPr lang="vi-VN" sz="4000" dirty="0"/>
              <a:t>J5 (</a:t>
            </a:r>
            <a:r>
              <a:rPr lang="vi-VN" sz="4000" dirty="0" err="1"/>
              <a:t>Wrist</a:t>
            </a:r>
            <a:r>
              <a:rPr lang="vi-VN" sz="4000" dirty="0"/>
              <a:t> </a:t>
            </a:r>
            <a:r>
              <a:rPr lang="vi-VN" sz="4000" dirty="0" err="1"/>
              <a:t>Roll</a:t>
            </a:r>
            <a:r>
              <a:rPr lang="vi-VN" sz="4000" dirty="0"/>
              <a:t>): </a:t>
            </a:r>
            <a:r>
              <a:rPr lang="vi-VN" sz="4000" dirty="0" err="1"/>
              <a:t>Khớp</a:t>
            </a:r>
            <a:r>
              <a:rPr lang="vi-VN" sz="4000" dirty="0"/>
              <a:t> xoay </a:t>
            </a:r>
            <a:r>
              <a:rPr lang="vi-VN" sz="4000" dirty="0" err="1"/>
              <a:t>cổ</a:t>
            </a:r>
            <a:r>
              <a:rPr lang="vi-VN" sz="4000" dirty="0"/>
              <a:t> tay – </a:t>
            </a:r>
            <a:r>
              <a:rPr lang="vi-VN" sz="4000" dirty="0" err="1"/>
              <a:t>Vặn</a:t>
            </a:r>
            <a:r>
              <a:rPr lang="vi-VN" sz="4000" dirty="0"/>
              <a:t> </a:t>
            </a:r>
            <a:r>
              <a:rPr lang="vi-VN" sz="4000" dirty="0" err="1"/>
              <a:t>kẹp</a:t>
            </a:r>
            <a:r>
              <a:rPr lang="vi-VN" sz="4000" dirty="0"/>
              <a:t> xoay </a:t>
            </a:r>
            <a:r>
              <a:rPr lang="vi-VN" sz="4000" dirty="0" err="1"/>
              <a:t>vòng</a:t>
            </a:r>
            <a:r>
              <a:rPr lang="vi-VN" sz="4000" dirty="0"/>
              <a:t> (</a:t>
            </a:r>
            <a:r>
              <a:rPr lang="vi-VN" sz="4000" dirty="0" err="1"/>
              <a:t>ví</a:t>
            </a:r>
            <a:r>
              <a:rPr lang="vi-VN" sz="4000" dirty="0"/>
              <a:t> </a:t>
            </a:r>
            <a:r>
              <a:rPr lang="vi-VN" sz="4000" dirty="0" err="1"/>
              <a:t>dụ</a:t>
            </a:r>
            <a:r>
              <a:rPr lang="vi-VN" sz="4000" dirty="0"/>
              <a:t> như </a:t>
            </a:r>
            <a:r>
              <a:rPr lang="vi-VN" sz="4000" dirty="0" err="1"/>
              <a:t>động</a:t>
            </a:r>
            <a:r>
              <a:rPr lang="vi-VN" sz="4000" dirty="0"/>
              <a:t> </a:t>
            </a:r>
            <a:r>
              <a:rPr lang="vi-VN" sz="4000" dirty="0" err="1"/>
              <a:t>tác</a:t>
            </a:r>
            <a:r>
              <a:rPr lang="vi-VN" sz="4000" dirty="0"/>
              <a:t> </a:t>
            </a:r>
            <a:r>
              <a:rPr lang="vi-VN" sz="4000" dirty="0" err="1"/>
              <a:t>vặn</a:t>
            </a:r>
            <a:r>
              <a:rPr lang="vi-VN" sz="4000" dirty="0"/>
              <a:t> </a:t>
            </a:r>
            <a:r>
              <a:rPr lang="vi-VN" sz="4000" dirty="0" err="1"/>
              <a:t>nắp</a:t>
            </a:r>
            <a:r>
              <a:rPr lang="vi-VN" sz="4000" dirty="0"/>
              <a:t> chai hay xoay </a:t>
            </a:r>
            <a:r>
              <a:rPr lang="vi-VN" sz="4000" dirty="0" err="1"/>
              <a:t>mặt</a:t>
            </a:r>
            <a:r>
              <a:rPr lang="vi-VN" sz="4000" dirty="0"/>
              <a:t> </a:t>
            </a:r>
            <a:r>
              <a:rPr lang="vi-VN" sz="4000" dirty="0" err="1"/>
              <a:t>đồ</a:t>
            </a:r>
            <a:r>
              <a:rPr lang="vi-VN" sz="4000" dirty="0"/>
              <a:t> </a:t>
            </a:r>
            <a:r>
              <a:rPr lang="vi-VN" sz="4000" dirty="0" err="1"/>
              <a:t>vật</a:t>
            </a:r>
            <a:r>
              <a:rPr lang="vi-VN" sz="4000" dirty="0"/>
              <a:t>).</a:t>
            </a:r>
          </a:p>
          <a:p>
            <a:r>
              <a:rPr lang="vi-VN" sz="4000" dirty="0"/>
              <a:t>J6 (</a:t>
            </a:r>
            <a:r>
              <a:rPr lang="vi-VN" sz="4000" dirty="0" err="1"/>
              <a:t>Gripper</a:t>
            </a:r>
            <a:r>
              <a:rPr lang="vi-VN" sz="4000" dirty="0"/>
              <a:t>): </a:t>
            </a:r>
            <a:r>
              <a:rPr lang="vi-VN" sz="4000" dirty="0" err="1"/>
              <a:t>Kẹp</a:t>
            </a:r>
            <a:r>
              <a:rPr lang="vi-VN" sz="4000" dirty="0"/>
              <a:t> (</a:t>
            </a:r>
            <a:r>
              <a:rPr lang="vi-VN" sz="4000" dirty="0" err="1"/>
              <a:t>Đóng</a:t>
            </a:r>
            <a:r>
              <a:rPr lang="vi-VN" sz="4000" dirty="0"/>
              <a:t>/</a:t>
            </a:r>
            <a:r>
              <a:rPr lang="vi-VN" sz="4000" dirty="0" err="1"/>
              <a:t>Mở</a:t>
            </a:r>
            <a:r>
              <a:rPr lang="vi-VN" sz="4000" dirty="0"/>
              <a:t>) – </a:t>
            </a:r>
            <a:r>
              <a:rPr lang="vi-VN" sz="4000" dirty="0" err="1"/>
              <a:t>Khớp</a:t>
            </a:r>
            <a:r>
              <a:rPr lang="vi-VN" sz="4000" dirty="0"/>
              <a:t> </a:t>
            </a:r>
            <a:r>
              <a:rPr lang="vi-VN" sz="4000" dirty="0" err="1"/>
              <a:t>này</a:t>
            </a:r>
            <a:r>
              <a:rPr lang="vi-VN" sz="4000" dirty="0"/>
              <a:t> không quay </a:t>
            </a:r>
            <a:r>
              <a:rPr lang="vi-VN" sz="4000" dirty="0" err="1"/>
              <a:t>vòng</a:t>
            </a:r>
            <a:r>
              <a:rPr lang="vi-VN" sz="4000" dirty="0"/>
              <a:t> </a:t>
            </a:r>
            <a:r>
              <a:rPr lang="vi-VN" sz="4000" dirty="0" err="1"/>
              <a:t>tròn</a:t>
            </a:r>
            <a:r>
              <a:rPr lang="vi-VN" sz="4000" dirty="0"/>
              <a:t> </a:t>
            </a:r>
            <a:r>
              <a:rPr lang="vi-VN" sz="4000" dirty="0" err="1"/>
              <a:t>mà</a:t>
            </a:r>
            <a:r>
              <a:rPr lang="vi-VN" sz="4000" dirty="0"/>
              <a:t> đo </a:t>
            </a:r>
            <a:r>
              <a:rPr lang="vi-VN" sz="4000" dirty="0" err="1"/>
              <a:t>lường</a:t>
            </a:r>
            <a:r>
              <a:rPr lang="vi-VN" sz="4000" dirty="0"/>
              <a:t> </a:t>
            </a:r>
            <a:r>
              <a:rPr lang="vi-VN" sz="4000" dirty="0" err="1"/>
              <a:t>độ</a:t>
            </a:r>
            <a:r>
              <a:rPr lang="vi-VN" sz="4000" dirty="0"/>
              <a:t> </a:t>
            </a:r>
            <a:r>
              <a:rPr lang="vi-VN" sz="4000" dirty="0" err="1"/>
              <a:t>mở</a:t>
            </a:r>
            <a:r>
              <a:rPr lang="vi-VN" sz="4000" dirty="0"/>
              <a:t>/</a:t>
            </a:r>
            <a:r>
              <a:rPr lang="vi-VN" sz="4000" dirty="0" err="1"/>
              <a:t>đóng</a:t>
            </a:r>
            <a:r>
              <a:rPr lang="vi-VN" sz="4000" dirty="0"/>
              <a:t> </a:t>
            </a:r>
            <a:r>
              <a:rPr lang="vi-VN" sz="4000" dirty="0" err="1"/>
              <a:t>của</a:t>
            </a:r>
            <a:r>
              <a:rPr lang="vi-VN" sz="4000" dirty="0"/>
              <a:t> </a:t>
            </a:r>
            <a:r>
              <a:rPr lang="vi-VN" sz="4000" dirty="0" err="1"/>
              <a:t>mỏ</a:t>
            </a:r>
            <a:r>
              <a:rPr lang="vi-VN" sz="4000" dirty="0"/>
              <a:t> </a:t>
            </a:r>
            <a:r>
              <a:rPr lang="vi-VN" sz="4000" dirty="0" err="1"/>
              <a:t>kẹp</a:t>
            </a:r>
            <a:r>
              <a:rPr lang="vi-VN" sz="4000" dirty="0"/>
              <a:t> </a:t>
            </a:r>
            <a:r>
              <a:rPr lang="vi-VN" sz="4000" dirty="0" err="1"/>
              <a:t>để</a:t>
            </a:r>
            <a:r>
              <a:rPr lang="vi-VN" sz="4000" dirty="0"/>
              <a:t> </a:t>
            </a:r>
            <a:r>
              <a:rPr lang="vi-VN" sz="4000" dirty="0" err="1"/>
              <a:t>bóp</a:t>
            </a:r>
            <a:r>
              <a:rPr lang="vi-VN" sz="4000" dirty="0"/>
              <a:t> </a:t>
            </a:r>
            <a:r>
              <a:rPr lang="vi-VN" sz="4000" dirty="0" err="1"/>
              <a:t>túm</a:t>
            </a:r>
            <a:r>
              <a:rPr lang="vi-VN" sz="4000" dirty="0"/>
              <a:t> </a:t>
            </a:r>
            <a:r>
              <a:rPr lang="vi-VN" sz="4000" dirty="0" err="1"/>
              <a:t>đồ</a:t>
            </a:r>
            <a:r>
              <a:rPr lang="vi-VN" sz="4000" dirty="0"/>
              <a:t> </a:t>
            </a:r>
            <a:r>
              <a:rPr lang="vi-VN" sz="4000" dirty="0" err="1"/>
              <a:t>vật</a:t>
            </a:r>
            <a:r>
              <a:rPr lang="vi-VN" sz="4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00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1155</Words>
  <Application>Microsoft Office PowerPoint</Application>
  <PresentationFormat>Widescreen</PresentationFormat>
  <Paragraphs>80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Some notes of SmolVLA</vt:lpstr>
      <vt:lpstr>1. Key updates:</vt:lpstr>
      <vt:lpstr>1. Key updates:</vt:lpstr>
      <vt:lpstr>2. Model Architecture:</vt:lpstr>
      <vt:lpstr>2. Model Architecture:</vt:lpstr>
      <vt:lpstr>2. Model Architecture:</vt:lpstr>
      <vt:lpstr>2. Model Architecture:</vt:lpstr>
      <vt:lpstr>2. Model Architecture:</vt:lpstr>
      <vt:lpstr>2. Model Architecture:</vt:lpstr>
      <vt:lpstr>2. Model Architecture:</vt:lpstr>
      <vt:lpstr>PowerPoint Presentation</vt:lpstr>
      <vt:lpstr>Giải thích về latency</vt:lpstr>
      <vt:lpstr>Full pipeline FT: </vt:lpstr>
      <vt:lpstr>PowerPoint Presentation</vt:lpstr>
      <vt:lpstr>PowerPoint Presentation</vt:lpstr>
      <vt:lpstr>PowerPoint Presentation</vt:lpstr>
      <vt:lpstr>PowerPoint Presentation</vt:lpstr>
      <vt:lpstr>Only layer skipping:</vt:lpstr>
      <vt:lpstr>Only token prunning:</vt:lpstr>
      <vt:lpstr>Only snapflow:</vt:lpstr>
      <vt:lpstr>Một số giải thích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notes of SmolVLA</dc:title>
  <dc:creator>ADMIN</dc:creator>
  <cp:lastModifiedBy>ADMIN</cp:lastModifiedBy>
  <cp:revision>22</cp:revision>
  <dcterms:created xsi:type="dcterms:W3CDTF">2026-04-11T00:34:29Z</dcterms:created>
  <dcterms:modified xsi:type="dcterms:W3CDTF">2026-04-17T18:33:18Z</dcterms:modified>
</cp:coreProperties>
</file>